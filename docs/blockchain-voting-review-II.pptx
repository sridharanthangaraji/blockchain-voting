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/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move the slide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BBFE44-917C-4A3E-B10E-B134ECCF94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D6A118-D813-4C77-B3D6-B14E9E3C48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BD35AA-C5D9-43C8-9208-997B62EFA2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480095-C485-4FD7-8F30-AF6A5E04E6B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459F15-5A93-4897-A5D5-94F0B98C4B0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426025-6094-4EDB-B8DA-55384975339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9BC95E-3D41-4C47-BE78-B08BB8618DE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1D4B5A-ACCB-4A8F-ABD6-72D0238E567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2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2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CF1013-021A-41BB-8130-AAE045E18A7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DB253A-6F29-409E-A3F7-BAD975F3005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80EBF-7530-4022-86BC-8F7F2DDAB6C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CF83E3-E081-4FB5-A322-0BB8341D82B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1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0CA00A-CB78-4D1D-BEE7-0A20C68664C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1DCD10-618C-4951-A113-B0D1F63D4E2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6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3BCB96-6D3C-4219-B04A-21533721F76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7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0540AD-F5ED-4753-89E1-A7321381004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9149F2-40D2-482A-B93A-1734E378EBE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54EC47-F3BD-460A-9754-06B7A4A7577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4F2094-364C-4234-92AB-B8470930F5E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70BF3F-4F6E-43E3-88E8-1731B1978ED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4280" cy="10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 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 Design and Implementation of a</a:t>
            </a:r>
            <a:br>
              <a:rPr sz="3200"/>
            </a:b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Blockchain-Based E-Voting System</a:t>
            </a:r>
            <a:endParaRPr lang="en-US" sz="32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520" cy="283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S.THILLAIARASAN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( 620822205114 )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M.RAMANA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( 620822205083 )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V.SUGUMARAN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( 620822205107 )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K.UDHAY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( 620822205117 )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MR. JEEVA. D, AP/IT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ontent Placeholder 1"/>
          <p:cNvSpPr txBox="1"/>
          <p:nvPr/>
        </p:nvSpPr>
        <p:spPr>
          <a:xfrm>
            <a:off x="750240" y="955080"/>
            <a:ext cx="8082000" cy="4073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transparency and verifiability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e-voting systems do not let voters independently verify their votes.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Centralized, vulnerable infrastructure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Election data stored in traditional centralized databases.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Single point of failure; susceptible to hacking and unauthorized modifications.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Inefficient verification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audits are time-consuming, error-prone, and costly.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challenge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system that guarantees one-person-one-vote while preserving data integrity and trust.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Title 2"/>
          <p:cNvSpPr txBox="1"/>
          <p:nvPr/>
        </p:nvSpPr>
        <p:spPr>
          <a:xfrm>
            <a:off x="90720" y="22896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547560" y="1246320"/>
            <a:ext cx="8596440" cy="424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secure, transparent E-voting system using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 vote tampering and duplicate voting via smart contracts.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Enable immutable, verifiable vote storage on a distributed ledger.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 reliance on centralized authorities for counting and verification.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simple, user-friendly interface for voters and administrators.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Showcase a real-world governance application of blockchain technology.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88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85800" y="954360"/>
            <a:ext cx="8082000" cy="228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e-voting infrastructure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 Verification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Managed by single authority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5" name="Content Placeholder 5"/>
          <p:cNvSpPr txBox="1"/>
          <p:nvPr/>
        </p:nvSpPr>
        <p:spPr>
          <a:xfrm>
            <a:off x="685800" y="4215960"/>
            <a:ext cx="8082000" cy="241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Operational issues: Manual audits required to gain confidence in results. High operational and verification costs.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concerns: Single point of failure. Vulnerable to hacking, data manipulation, and insider threats.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 Lack of voter trust and difficult independent auditing.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228600" y="3240360"/>
            <a:ext cx="3501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184680" y="3240360"/>
            <a:ext cx="31222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Content Placeholder 6"/>
          <p:cNvSpPr txBox="1"/>
          <p:nvPr/>
        </p:nvSpPr>
        <p:spPr>
          <a:xfrm>
            <a:off x="558000" y="857880"/>
            <a:ext cx="8082000" cy="234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Decentralized blockchain-based voting: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No single point of failure.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data replicated across nodes.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contracts: Encapsulate voter registration and voting logic. Automatically enforce election rules (phases, eligibility, one vote per user).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Content Placeholder 7"/>
          <p:cNvSpPr txBox="1"/>
          <p:nvPr/>
        </p:nvSpPr>
        <p:spPr>
          <a:xfrm>
            <a:off x="604800" y="3926880"/>
            <a:ext cx="8082000" cy="270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Immutable vote storage: Votes stored as blockchain transactions; tampering is detectable.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and auditable: Anyone can verify tallies on-chain.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Reduced manual work: Automated result computation and integrity checks.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security: Strong cryptography, tamper-proof ledger, higher voter trust.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2200" cy="99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12" name=""/>
          <p:cNvPicPr/>
          <p:nvPr/>
        </p:nvPicPr>
        <p:blipFill>
          <a:blip r:embed="rId1"/>
          <a:stretch/>
        </p:blipFill>
        <p:spPr>
          <a:xfrm>
            <a:off x="751320" y="1143000"/>
            <a:ext cx="8164080" cy="457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440" cy="6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Rectangle 4"/>
          <p:cNvSpPr/>
          <p:nvPr/>
        </p:nvSpPr>
        <p:spPr>
          <a:xfrm>
            <a:off x="275760" y="3599280"/>
            <a:ext cx="3031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Content Placeholder 8"/>
          <p:cNvSpPr txBox="1"/>
          <p:nvPr/>
        </p:nvSpPr>
        <p:spPr>
          <a:xfrm>
            <a:off x="1828800" y="216108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7" name="Content Placeholder 9"/>
          <p:cNvSpPr txBox="1"/>
          <p:nvPr/>
        </p:nvSpPr>
        <p:spPr>
          <a:xfrm>
            <a:off x="677520" y="114876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Interface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 Registration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Voting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Verification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 Management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859644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Interface Module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Provide a secure, intuitive front-end for voters, admins, and auditors.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Present registration, voting, verification, and result views clearly.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 user input before sending data to backend/blockchain.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Handle user feedback: success messages, error alerts, and confirmations.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Responsive design for desktop and mobile.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(Optional) multi-language support.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Accessibility-aware layouts and controls.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Technology Stack: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Web (HTML, CSS, JavaScript).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Styling (Modern CSS/glassmorphism or TailwindCSS).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 (Express REST APIs, ethers.js, Ganache).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Voter Registration Overview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Onboard eligible voters and ensure only valid identities can cast votes.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Map each citizen to a unique blockchain wallet address.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Scope: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Initial enrollment before any voting occurs.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“one-person-one-account” at the registration stage.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Components: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Registration UI screen.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/api/register backend API.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 function: registerVoter(address).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 Registration Flows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New Voter Registration: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enters wallet address and  identity details.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validates: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Correct wallet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Wallet not already registered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Registration phase is open.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 sets voters[wallet].registered = true.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Controlled Updates: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Optional updates to non-critical off-chain profile fields.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De-duplication &amp; Fraud Checks: 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Duplicate wallets rejected (“Voter already registered”).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One on-chain identity per voter to prevent impersonation.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2: 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Security &amp; Implementation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6440" cy="566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 &amp; Compliance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Registration allowed only during Registration phase.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Optional KYC/ID details kept off-chain with secured APIs and audit logs.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Error Handling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Friendly messages for: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Closed registration (“Registration is closed. Voting has already started.”).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Duplicate wallet (“This wallet is already registered.”).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Missing or invalid wallet.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UI Implementation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Split screen registration: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Left: form for wallet + name + ID.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Right: biometric “face scan” demo interface (no real AI, only UX).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Backend/Contract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Express route → voting.service.registerVoter() → Voting.registerVoter.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3: Voting Module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Allow registered voters to cast ballots securely and anonymously via 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Responsibilities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Show live candidates retrieved from the contract.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Accept a registered wallet and candidate selection.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Submit vote as a blockchain transaction.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UI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“Cast Your Vote” page with: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Wallet field at top.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Candidate cards (name + ID).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Status messages for success/errors.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3: Voting Flow &amp; Validation</a:t>
            </a:r>
            <a:br>
              <a:rPr sz="3600"/>
            </a:b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Voting Flow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Step 1: Voter enters or confirms wallet address.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Step 2: Application fetches candidate list from smart contract.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Step 3: Voter clicks a candidate card to cast their vote.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Validation Rules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wallet must: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 registered (voters[wallet].registered == true).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Not have voted before (hasVoted == false).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Election must be in Voting phase (set by admin).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Candidate ID must be valid.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 Feedback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 success: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“Vote for \&lt;candidate\&gt; recorded successfully” and UI disables further votes.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 error: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Clear messages for “not registered”, “already voted”, “voting not active”, or invalid candidate.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3: Security, Reliability &amp; Tech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43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 enforces: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One vote per registered wallet.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voting outside the valid phase.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invalid candidate IDs.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All votes stored immutably on blockchain.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Reliability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Frontend maps technical errors (revert messages) to readable text.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Handles network/transaction failures and shows retry guidance.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Technology Stack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Blockchain: Solidity Voting.castVote(uint256) on local Ethereum (Ganache) via ethers.js.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440" cy="7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440" cy="457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E-voting addresses transparency, integrity, and trust issues.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Benefits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Decentralization removes single points of failure.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 contracts enforce election rules automatically.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Immutable ledger enables independent verification and auditing.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Prototype demonstrates practical feasibility of blockchain in electoral systems.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a foundation for future large-scale or national-level deployments.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34" name="Cloud Callout 3"/>
          <p:cNvSpPr/>
          <p:nvPr/>
        </p:nvSpPr>
        <p:spPr>
          <a:xfrm>
            <a:off x="2986560" y="5355360"/>
            <a:ext cx="4659120" cy="12740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1271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2026-03-04T03:15:59Z</dcterms:modified>
  <cp:revision>11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