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8.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1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1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12" name="PlaceHolder 4"/>
          <p:cNvSpPr>
            <a:spLocks noGrp="1"/>
          </p:cNvSpPr>
          <p:nvPr>
            <p:ph type="dt" idx="55"/>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13" name="PlaceHolder 5"/>
          <p:cNvSpPr>
            <a:spLocks noGrp="1"/>
          </p:cNvSpPr>
          <p:nvPr>
            <p:ph type="ftr" idx="56"/>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4" name="PlaceHolder 6"/>
          <p:cNvSpPr>
            <a:spLocks noGrp="1"/>
          </p:cNvSpPr>
          <p:nvPr>
            <p:ph type="sldNum" idx="57"/>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F1C9D16C-8264-4ECE-90F8-F045C8BE3E6C}"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380880" y="685800"/>
            <a:ext cx="6095160" cy="3428280"/>
          </a:xfrm>
          <a:prstGeom prst="rect">
            <a:avLst/>
          </a:prstGeom>
          <a:ln w="0">
            <a:noFill/>
          </a:ln>
        </p:spPr>
      </p:sp>
      <p:sp>
        <p:nvSpPr>
          <p:cNvPr id="35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56" name="PlaceHolder 3"/>
          <p:cNvSpPr>
            <a:spLocks noGrp="1"/>
          </p:cNvSpPr>
          <p:nvPr>
            <p:ph type="sldNum" idx="58"/>
          </p:nvPr>
        </p:nvSpPr>
        <p:spPr>
          <a:xfrm>
            <a:off x="3884760" y="8685360"/>
            <a:ext cx="2971080" cy="45648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A83BC92C-69CF-4A2F-88CA-1FA17D3C3500}"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6080" cy="13201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6080" cy="388008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7E53E53-51E7-48AD-959C-94FAB6EFACC2}"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1400" cy="6867000"/>
            <a:chOff x="0" y="-8640"/>
            <a:chExt cx="12191400" cy="6867000"/>
          </a:xfrm>
        </p:grpSpPr>
        <p:cxnSp>
          <p:nvCxnSpPr>
            <p:cNvPr id="32" name="Straight Connector 19"/>
            <p:cNvCxnSpPr/>
            <p:nvPr/>
          </p:nvCxnSpPr>
          <p:spPr>
            <a:xfrm>
              <a:off x="9370800" y="0"/>
              <a:ext cx="1220040" cy="6858720"/>
            </a:xfrm>
            <a:prstGeom prst="straightConnector1">
              <a:avLst/>
            </a:prstGeom>
            <a:ln cap="rnd" w="9525">
              <a:solidFill>
                <a:srgbClr val="bfbfbf"/>
              </a:solidFill>
              <a:round/>
            </a:ln>
          </p:spPr>
        </p:cxnSp>
        <p:cxnSp>
          <p:nvCxnSpPr>
            <p:cNvPr id="3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3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43" name="PlaceHolder 2"/>
          <p:cNvSpPr>
            <a:spLocks noGrp="1"/>
          </p:cNvSpPr>
          <p:nvPr>
            <p:ph type="body"/>
          </p:nvPr>
        </p:nvSpPr>
        <p:spPr>
          <a:xfrm>
            <a:off x="677160" y="2160720"/>
            <a:ext cx="418320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4" name="PlaceHolder 3"/>
          <p:cNvSpPr>
            <a:spLocks noGrp="1"/>
          </p:cNvSpPr>
          <p:nvPr>
            <p:ph type="body"/>
          </p:nvPr>
        </p:nvSpPr>
        <p:spPr>
          <a:xfrm>
            <a:off x="5090040" y="2160720"/>
            <a:ext cx="418320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D3B95BF-B6FB-4339-8AC0-42C31A3056B3}"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8" name="Group 6"/>
          <p:cNvGrpSpPr/>
          <p:nvPr/>
        </p:nvGrpSpPr>
        <p:grpSpPr>
          <a:xfrm>
            <a:off x="0" y="-8640"/>
            <a:ext cx="12191400" cy="6867000"/>
            <a:chOff x="0" y="-8640"/>
            <a:chExt cx="12191400" cy="6867000"/>
          </a:xfrm>
        </p:grpSpPr>
        <p:cxnSp>
          <p:nvCxnSpPr>
            <p:cNvPr id="49" name="Straight Connector 19"/>
            <p:cNvCxnSpPr/>
            <p:nvPr/>
          </p:nvCxnSpPr>
          <p:spPr>
            <a:xfrm>
              <a:off x="9370800" y="0"/>
              <a:ext cx="1220040" cy="6858720"/>
            </a:xfrm>
            <a:prstGeom prst="straightConnector1">
              <a:avLst/>
            </a:prstGeom>
            <a:ln cap="rnd" w="9525">
              <a:solidFill>
                <a:srgbClr val="bfbfbf"/>
              </a:solidFill>
              <a:round/>
            </a:ln>
          </p:spPr>
        </p:cxnSp>
        <p:cxnSp>
          <p:nvCxnSpPr>
            <p:cNvPr id="50"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5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3"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7"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59"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60" name="PlaceHolder 2"/>
          <p:cNvSpPr>
            <a:spLocks noGrp="1"/>
          </p:cNvSpPr>
          <p:nvPr>
            <p:ph type="body"/>
          </p:nvPr>
        </p:nvSpPr>
        <p:spPr>
          <a:xfrm>
            <a:off x="675720" y="2161080"/>
            <a:ext cx="4185000" cy="575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1" name="PlaceHolder 3"/>
          <p:cNvSpPr>
            <a:spLocks noGrp="1"/>
          </p:cNvSpPr>
          <p:nvPr>
            <p:ph type="body"/>
          </p:nvPr>
        </p:nvSpPr>
        <p:spPr>
          <a:xfrm>
            <a:off x="675720" y="2737080"/>
            <a:ext cx="4185000" cy="33033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62" name="PlaceHolder 4"/>
          <p:cNvSpPr>
            <a:spLocks noGrp="1"/>
          </p:cNvSpPr>
          <p:nvPr>
            <p:ph type="body"/>
          </p:nvPr>
        </p:nvSpPr>
        <p:spPr>
          <a:xfrm>
            <a:off x="5088240" y="2161080"/>
            <a:ext cx="4185000" cy="575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3" name="PlaceHolder 5"/>
          <p:cNvSpPr>
            <a:spLocks noGrp="1"/>
          </p:cNvSpPr>
          <p:nvPr>
            <p:ph type="body"/>
          </p:nvPr>
        </p:nvSpPr>
        <p:spPr>
          <a:xfrm>
            <a:off x="5088240" y="2737080"/>
            <a:ext cx="4185000" cy="33033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64" name="PlaceHolder 6"/>
          <p:cNvSpPr>
            <a:spLocks noGrp="1"/>
          </p:cNvSpPr>
          <p:nvPr>
            <p:ph type="dt" idx="7"/>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5" name="PlaceHolder 7"/>
          <p:cNvSpPr>
            <a:spLocks noGrp="1"/>
          </p:cNvSpPr>
          <p:nvPr>
            <p:ph type="ftr" idx="8"/>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6" name="PlaceHolder 8"/>
          <p:cNvSpPr>
            <a:spLocks noGrp="1"/>
          </p:cNvSpPr>
          <p:nvPr>
            <p:ph type="sldNum" idx="9"/>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A599DF8-8A80-43B5-AAD7-65BE68C20F8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7" name="Group 6"/>
          <p:cNvGrpSpPr/>
          <p:nvPr/>
        </p:nvGrpSpPr>
        <p:grpSpPr>
          <a:xfrm>
            <a:off x="0" y="-8640"/>
            <a:ext cx="12191400" cy="6867000"/>
            <a:chOff x="0" y="-8640"/>
            <a:chExt cx="12191400" cy="6867000"/>
          </a:xfrm>
        </p:grpSpPr>
        <p:cxnSp>
          <p:nvCxnSpPr>
            <p:cNvPr id="68" name="Straight Connector 19"/>
            <p:cNvCxnSpPr/>
            <p:nvPr/>
          </p:nvCxnSpPr>
          <p:spPr>
            <a:xfrm>
              <a:off x="9370800" y="0"/>
              <a:ext cx="1220040" cy="6858720"/>
            </a:xfrm>
            <a:prstGeom prst="straightConnector1">
              <a:avLst/>
            </a:prstGeom>
            <a:ln cap="rnd" w="9525">
              <a:solidFill>
                <a:srgbClr val="bfbfbf"/>
              </a:solidFill>
              <a:round/>
            </a:ln>
          </p:spPr>
        </p:cxnSp>
        <p:cxnSp>
          <p:nvCxnSpPr>
            <p:cNvPr id="69"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7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2"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6"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7"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8"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79" name="PlaceHolder 2"/>
          <p:cNvSpPr>
            <a:spLocks noGrp="1"/>
          </p:cNvSpPr>
          <p:nvPr>
            <p:ph type="dt" idx="10"/>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80" name="PlaceHolder 3"/>
          <p:cNvSpPr>
            <a:spLocks noGrp="1"/>
          </p:cNvSpPr>
          <p:nvPr>
            <p:ph type="ftr" idx="1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1" name="PlaceHolder 4"/>
          <p:cNvSpPr>
            <a:spLocks noGrp="1"/>
          </p:cNvSpPr>
          <p:nvPr>
            <p:ph type="sldNum" idx="1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1447CD7-BF99-4E31-A9DD-6132154C839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2" name="Group 6"/>
          <p:cNvGrpSpPr/>
          <p:nvPr/>
        </p:nvGrpSpPr>
        <p:grpSpPr>
          <a:xfrm>
            <a:off x="0" y="-8640"/>
            <a:ext cx="12191400" cy="6867000"/>
            <a:chOff x="0" y="-8640"/>
            <a:chExt cx="12191400" cy="6867000"/>
          </a:xfrm>
        </p:grpSpPr>
        <p:cxnSp>
          <p:nvCxnSpPr>
            <p:cNvPr id="83" name="Straight Connector 19"/>
            <p:cNvCxnSpPr/>
            <p:nvPr/>
          </p:nvCxnSpPr>
          <p:spPr>
            <a:xfrm>
              <a:off x="9370800" y="0"/>
              <a:ext cx="1220040" cy="6858720"/>
            </a:xfrm>
            <a:prstGeom prst="straightConnector1">
              <a:avLst/>
            </a:prstGeom>
            <a:ln cap="rnd" w="9525">
              <a:solidFill>
                <a:srgbClr val="bfbfbf"/>
              </a:solidFill>
              <a:round/>
            </a:ln>
          </p:spPr>
        </p:cxnSp>
        <p:cxnSp>
          <p:nvCxnSpPr>
            <p:cNvPr id="8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8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3" name="PlaceHolder 1"/>
          <p:cNvSpPr>
            <a:spLocks noGrp="1"/>
          </p:cNvSpPr>
          <p:nvPr>
            <p:ph type="title"/>
          </p:nvPr>
        </p:nvSpPr>
        <p:spPr>
          <a:xfrm>
            <a:off x="677160" y="1498680"/>
            <a:ext cx="3853800" cy="127764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94" name="PlaceHolder 2"/>
          <p:cNvSpPr>
            <a:spLocks noGrp="1"/>
          </p:cNvSpPr>
          <p:nvPr>
            <p:ph type="body"/>
          </p:nvPr>
        </p:nvSpPr>
        <p:spPr>
          <a:xfrm>
            <a:off x="4760640" y="514800"/>
            <a:ext cx="4512960" cy="5525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95" name="PlaceHolder 3"/>
          <p:cNvSpPr>
            <a:spLocks noGrp="1"/>
          </p:cNvSpPr>
          <p:nvPr>
            <p:ph type="body"/>
          </p:nvPr>
        </p:nvSpPr>
        <p:spPr>
          <a:xfrm>
            <a:off x="677160" y="2777040"/>
            <a:ext cx="3853800" cy="2583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96" name="PlaceHolder 4"/>
          <p:cNvSpPr>
            <a:spLocks noGrp="1"/>
          </p:cNvSpPr>
          <p:nvPr>
            <p:ph type="dt" idx="13"/>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7" name="PlaceHolder 5"/>
          <p:cNvSpPr>
            <a:spLocks noGrp="1"/>
          </p:cNvSpPr>
          <p:nvPr>
            <p:ph type="ftr" idx="14"/>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8" name="PlaceHolder 6"/>
          <p:cNvSpPr>
            <a:spLocks noGrp="1"/>
          </p:cNvSpPr>
          <p:nvPr>
            <p:ph type="sldNum" idx="15"/>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A3F4AA5-6D99-453C-9159-D2A7A044032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1400" cy="6867000"/>
            <a:chOff x="0" y="-8640"/>
            <a:chExt cx="12191400" cy="6867000"/>
          </a:xfrm>
        </p:grpSpPr>
        <p:cxnSp>
          <p:nvCxnSpPr>
            <p:cNvPr id="100" name="Straight Connector 19"/>
            <p:cNvCxnSpPr/>
            <p:nvPr/>
          </p:nvCxnSpPr>
          <p:spPr>
            <a:xfrm>
              <a:off x="9370800" y="0"/>
              <a:ext cx="1220040" cy="6858720"/>
            </a:xfrm>
            <a:prstGeom prst="straightConnector1">
              <a:avLst/>
            </a:prstGeom>
            <a:ln cap="rnd" w="9525">
              <a:solidFill>
                <a:srgbClr val="bfbfbf"/>
              </a:solidFill>
              <a:round/>
            </a:ln>
          </p:spPr>
        </p:cxnSp>
        <p:cxnSp>
          <p:nvCxnSpPr>
            <p:cNvPr id="10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0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4800600"/>
            <a:ext cx="8596080" cy="565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111" name="PlaceHolder 2"/>
          <p:cNvSpPr>
            <a:spLocks noGrp="1"/>
          </p:cNvSpPr>
          <p:nvPr>
            <p:ph type="body"/>
          </p:nvPr>
        </p:nvSpPr>
        <p:spPr>
          <a:xfrm>
            <a:off x="677160" y="609480"/>
            <a:ext cx="8596080" cy="384516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112" name="PlaceHolder 3"/>
          <p:cNvSpPr>
            <a:spLocks noGrp="1"/>
          </p:cNvSpPr>
          <p:nvPr>
            <p:ph type="body"/>
          </p:nvPr>
        </p:nvSpPr>
        <p:spPr>
          <a:xfrm>
            <a:off x="677160" y="5367240"/>
            <a:ext cx="8596080" cy="6732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113" name="PlaceHolder 4"/>
          <p:cNvSpPr>
            <a:spLocks noGrp="1"/>
          </p:cNvSpPr>
          <p:nvPr>
            <p:ph type="dt" idx="16"/>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4" name="PlaceHolder 5"/>
          <p:cNvSpPr>
            <a:spLocks noGrp="1"/>
          </p:cNvSpPr>
          <p:nvPr>
            <p:ph type="ftr" idx="17"/>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5" name="PlaceHolder 6"/>
          <p:cNvSpPr>
            <a:spLocks noGrp="1"/>
          </p:cNvSpPr>
          <p:nvPr>
            <p:ph type="sldNum" idx="18"/>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1CB8C6A-C572-45F7-8F3B-4033D9A7A00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6" name="Group 6"/>
          <p:cNvGrpSpPr/>
          <p:nvPr/>
        </p:nvGrpSpPr>
        <p:grpSpPr>
          <a:xfrm>
            <a:off x="0" y="-8640"/>
            <a:ext cx="12191400" cy="6867000"/>
            <a:chOff x="0" y="-8640"/>
            <a:chExt cx="12191400" cy="6867000"/>
          </a:xfrm>
        </p:grpSpPr>
        <p:cxnSp>
          <p:nvCxnSpPr>
            <p:cNvPr id="117" name="Straight Connector 19"/>
            <p:cNvCxnSpPr/>
            <p:nvPr/>
          </p:nvCxnSpPr>
          <p:spPr>
            <a:xfrm>
              <a:off x="9370800" y="0"/>
              <a:ext cx="1220040" cy="6858720"/>
            </a:xfrm>
            <a:prstGeom prst="straightConnector1">
              <a:avLst/>
            </a:prstGeom>
            <a:ln cap="rnd" w="9525">
              <a:solidFill>
                <a:srgbClr val="bfbfbf"/>
              </a:solidFill>
              <a:round/>
            </a:ln>
          </p:spPr>
        </p:cxnSp>
        <p:cxnSp>
          <p:nvCxnSpPr>
            <p:cNvPr id="118"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19"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1"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3"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6"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7" name="PlaceHolder 1"/>
          <p:cNvSpPr>
            <a:spLocks noGrp="1"/>
          </p:cNvSpPr>
          <p:nvPr>
            <p:ph type="title"/>
          </p:nvPr>
        </p:nvSpPr>
        <p:spPr>
          <a:xfrm>
            <a:off x="677160" y="609480"/>
            <a:ext cx="8596080" cy="34027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28" name="PlaceHolder 2"/>
          <p:cNvSpPr>
            <a:spLocks noGrp="1"/>
          </p:cNvSpPr>
          <p:nvPr>
            <p:ph type="body"/>
          </p:nvPr>
        </p:nvSpPr>
        <p:spPr>
          <a:xfrm>
            <a:off x="677160" y="4470480"/>
            <a:ext cx="8596080" cy="157032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29" name="PlaceHolder 3"/>
          <p:cNvSpPr>
            <a:spLocks noGrp="1"/>
          </p:cNvSpPr>
          <p:nvPr>
            <p:ph type="dt" idx="19"/>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0" name="PlaceHolder 4"/>
          <p:cNvSpPr>
            <a:spLocks noGrp="1"/>
          </p:cNvSpPr>
          <p:nvPr>
            <p:ph type="ftr" idx="20"/>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1" name="PlaceHolder 5"/>
          <p:cNvSpPr>
            <a:spLocks noGrp="1"/>
          </p:cNvSpPr>
          <p:nvPr>
            <p:ph type="sldNum" idx="21"/>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2840B2B-1AB9-4BF2-9F8E-99AC2630DF1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1400" cy="6867000"/>
            <a:chOff x="0" y="-8640"/>
            <a:chExt cx="12191400" cy="6867000"/>
          </a:xfrm>
        </p:grpSpPr>
        <p:cxnSp>
          <p:nvCxnSpPr>
            <p:cNvPr id="133" name="Straight Connector 19"/>
            <p:cNvCxnSpPr/>
            <p:nvPr/>
          </p:nvCxnSpPr>
          <p:spPr>
            <a:xfrm>
              <a:off x="9370800" y="0"/>
              <a:ext cx="1220040" cy="6858720"/>
            </a:xfrm>
            <a:prstGeom prst="straightConnector1">
              <a:avLst/>
            </a:prstGeom>
            <a:ln cap="rnd" w="9525">
              <a:solidFill>
                <a:srgbClr val="bfbfbf"/>
              </a:solidFill>
              <a:round/>
            </a:ln>
          </p:spPr>
        </p:cxnSp>
        <p:cxnSp>
          <p:nvCxnSpPr>
            <p:cNvPr id="13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3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3" name="PlaceHolder 1"/>
          <p:cNvSpPr>
            <a:spLocks noGrp="1"/>
          </p:cNvSpPr>
          <p:nvPr>
            <p:ph type="title"/>
          </p:nvPr>
        </p:nvSpPr>
        <p:spPr>
          <a:xfrm>
            <a:off x="931320" y="609480"/>
            <a:ext cx="809352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44" name="PlaceHolder 2"/>
          <p:cNvSpPr>
            <a:spLocks noGrp="1"/>
          </p:cNvSpPr>
          <p:nvPr>
            <p:ph type="body"/>
          </p:nvPr>
        </p:nvSpPr>
        <p:spPr>
          <a:xfrm>
            <a:off x="1366200" y="3632040"/>
            <a:ext cx="7223760" cy="38016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145" name="PlaceHolder 3"/>
          <p:cNvSpPr>
            <a:spLocks noGrp="1"/>
          </p:cNvSpPr>
          <p:nvPr>
            <p:ph type="body"/>
          </p:nvPr>
        </p:nvSpPr>
        <p:spPr>
          <a:xfrm>
            <a:off x="677160" y="4470480"/>
            <a:ext cx="8596080" cy="157032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46" name="PlaceHolder 4"/>
          <p:cNvSpPr>
            <a:spLocks noGrp="1"/>
          </p:cNvSpPr>
          <p:nvPr>
            <p:ph type="dt" idx="22"/>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47" name="PlaceHolder 5"/>
          <p:cNvSpPr>
            <a:spLocks noGrp="1"/>
          </p:cNvSpPr>
          <p:nvPr>
            <p:ph type="ftr" idx="23"/>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48" name="PlaceHolder 6"/>
          <p:cNvSpPr>
            <a:spLocks noGrp="1"/>
          </p:cNvSpPr>
          <p:nvPr>
            <p:ph type="sldNum" idx="24"/>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261EBBD-5414-4877-BA96-5985B10A2E9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49" name="TextBox 19"/>
          <p:cNvSpPr/>
          <p:nvPr/>
        </p:nvSpPr>
        <p:spPr>
          <a:xfrm>
            <a:off x="541800" y="7902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50" name="TextBox 21"/>
          <p:cNvSpPr/>
          <p:nvPr/>
        </p:nvSpPr>
        <p:spPr>
          <a:xfrm>
            <a:off x="8893080" y="288648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1" name="Group 6"/>
          <p:cNvGrpSpPr/>
          <p:nvPr/>
        </p:nvGrpSpPr>
        <p:grpSpPr>
          <a:xfrm>
            <a:off x="0" y="-8640"/>
            <a:ext cx="12191400" cy="6867000"/>
            <a:chOff x="0" y="-8640"/>
            <a:chExt cx="12191400" cy="6867000"/>
          </a:xfrm>
        </p:grpSpPr>
        <p:cxnSp>
          <p:nvCxnSpPr>
            <p:cNvPr id="152" name="Straight Connector 19"/>
            <p:cNvCxnSpPr/>
            <p:nvPr/>
          </p:nvCxnSpPr>
          <p:spPr>
            <a:xfrm>
              <a:off x="9370800" y="0"/>
              <a:ext cx="1220040" cy="6858720"/>
            </a:xfrm>
            <a:prstGeom prst="straightConnector1">
              <a:avLst/>
            </a:prstGeom>
            <a:ln cap="rnd" w="9525">
              <a:solidFill>
                <a:srgbClr val="bfbfbf"/>
              </a:solidFill>
              <a:round/>
            </a:ln>
          </p:spPr>
        </p:cxnSp>
        <p:cxnSp>
          <p:nvCxnSpPr>
            <p:cNvPr id="15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5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2" name="PlaceHolder 1"/>
          <p:cNvSpPr>
            <a:spLocks noGrp="1"/>
          </p:cNvSpPr>
          <p:nvPr>
            <p:ph type="title"/>
          </p:nvPr>
        </p:nvSpPr>
        <p:spPr>
          <a:xfrm>
            <a:off x="677160" y="1932120"/>
            <a:ext cx="8596080" cy="259488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63" name="PlaceHolder 2"/>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64" name="PlaceHolder 3"/>
          <p:cNvSpPr>
            <a:spLocks noGrp="1"/>
          </p:cNvSpPr>
          <p:nvPr>
            <p:ph type="dt" idx="25"/>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5" name="PlaceHolder 4"/>
          <p:cNvSpPr>
            <a:spLocks noGrp="1"/>
          </p:cNvSpPr>
          <p:nvPr>
            <p:ph type="ftr" idx="26"/>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6" name="PlaceHolder 5"/>
          <p:cNvSpPr>
            <a:spLocks noGrp="1"/>
          </p:cNvSpPr>
          <p:nvPr>
            <p:ph type="sldNum" idx="27"/>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6DB655C-7079-4E3A-91FC-8C9CA4A5A4A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7" name="Group 6"/>
          <p:cNvGrpSpPr/>
          <p:nvPr/>
        </p:nvGrpSpPr>
        <p:grpSpPr>
          <a:xfrm>
            <a:off x="0" y="-8640"/>
            <a:ext cx="12191400" cy="6867000"/>
            <a:chOff x="0" y="-8640"/>
            <a:chExt cx="12191400" cy="6867000"/>
          </a:xfrm>
        </p:grpSpPr>
        <p:cxnSp>
          <p:nvCxnSpPr>
            <p:cNvPr id="168" name="Straight Connector 19"/>
            <p:cNvCxnSpPr/>
            <p:nvPr/>
          </p:nvCxnSpPr>
          <p:spPr>
            <a:xfrm>
              <a:off x="9370800" y="0"/>
              <a:ext cx="1220040" cy="6858720"/>
            </a:xfrm>
            <a:prstGeom prst="straightConnector1">
              <a:avLst/>
            </a:prstGeom>
            <a:ln cap="rnd" w="9525">
              <a:solidFill>
                <a:srgbClr val="bfbfbf"/>
              </a:solidFill>
              <a:round/>
            </a:ln>
          </p:spPr>
        </p:cxnSp>
        <p:cxnSp>
          <p:nvCxnSpPr>
            <p:cNvPr id="169"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7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2"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7"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8" name="PlaceHolder 1"/>
          <p:cNvSpPr>
            <a:spLocks noGrp="1"/>
          </p:cNvSpPr>
          <p:nvPr>
            <p:ph type="title"/>
          </p:nvPr>
        </p:nvSpPr>
        <p:spPr>
          <a:xfrm>
            <a:off x="931320" y="609480"/>
            <a:ext cx="809352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79" name="PlaceHolder 2"/>
          <p:cNvSpPr>
            <a:spLocks noGrp="1"/>
          </p:cNvSpPr>
          <p:nvPr>
            <p:ph type="body"/>
          </p:nvPr>
        </p:nvSpPr>
        <p:spPr>
          <a:xfrm>
            <a:off x="677160" y="4013280"/>
            <a:ext cx="8596080" cy="5133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80" name="PlaceHolder 3"/>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81" name="PlaceHolder 4"/>
          <p:cNvSpPr>
            <a:spLocks noGrp="1"/>
          </p:cNvSpPr>
          <p:nvPr>
            <p:ph type="dt" idx="28"/>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2" name="PlaceHolder 5"/>
          <p:cNvSpPr>
            <a:spLocks noGrp="1"/>
          </p:cNvSpPr>
          <p:nvPr>
            <p:ph type="ftr" idx="29"/>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3" name="PlaceHolder 6"/>
          <p:cNvSpPr>
            <a:spLocks noGrp="1"/>
          </p:cNvSpPr>
          <p:nvPr>
            <p:ph type="sldNum" idx="30"/>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494F991-3C46-43EB-A2D3-FF1306B7B5A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84" name="TextBox 23"/>
          <p:cNvSpPr/>
          <p:nvPr/>
        </p:nvSpPr>
        <p:spPr>
          <a:xfrm>
            <a:off x="541800" y="7902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85" name="TextBox 24"/>
          <p:cNvSpPr/>
          <p:nvPr/>
        </p:nvSpPr>
        <p:spPr>
          <a:xfrm>
            <a:off x="8893080" y="288648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6" name="Group 6"/>
          <p:cNvGrpSpPr/>
          <p:nvPr/>
        </p:nvGrpSpPr>
        <p:grpSpPr>
          <a:xfrm>
            <a:off x="0" y="-8640"/>
            <a:ext cx="12191400" cy="6867000"/>
            <a:chOff x="0" y="-8640"/>
            <a:chExt cx="12191400" cy="6867000"/>
          </a:xfrm>
        </p:grpSpPr>
        <p:cxnSp>
          <p:nvCxnSpPr>
            <p:cNvPr id="187" name="Straight Connector 19"/>
            <p:cNvCxnSpPr/>
            <p:nvPr/>
          </p:nvCxnSpPr>
          <p:spPr>
            <a:xfrm>
              <a:off x="9370800" y="0"/>
              <a:ext cx="1220040" cy="6858720"/>
            </a:xfrm>
            <a:prstGeom prst="straightConnector1">
              <a:avLst/>
            </a:prstGeom>
            <a:ln cap="rnd" w="9525">
              <a:solidFill>
                <a:srgbClr val="bfbfbf"/>
              </a:solidFill>
              <a:round/>
            </a:ln>
          </p:spPr>
        </p:cxnSp>
        <p:cxnSp>
          <p:nvCxnSpPr>
            <p:cNvPr id="188"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89"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0"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1"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2"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3"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4"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5"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6"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7" name="PlaceHolder 1"/>
          <p:cNvSpPr>
            <a:spLocks noGrp="1"/>
          </p:cNvSpPr>
          <p:nvPr>
            <p:ph type="title"/>
          </p:nvPr>
        </p:nvSpPr>
        <p:spPr>
          <a:xfrm>
            <a:off x="685800" y="609480"/>
            <a:ext cx="858744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98" name="PlaceHolder 2"/>
          <p:cNvSpPr>
            <a:spLocks noGrp="1"/>
          </p:cNvSpPr>
          <p:nvPr>
            <p:ph type="body"/>
          </p:nvPr>
        </p:nvSpPr>
        <p:spPr>
          <a:xfrm>
            <a:off x="677160" y="4013280"/>
            <a:ext cx="8596080" cy="5133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99" name="PlaceHolder 3"/>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00" name="PlaceHolder 4"/>
          <p:cNvSpPr>
            <a:spLocks noGrp="1"/>
          </p:cNvSpPr>
          <p:nvPr>
            <p:ph type="dt" idx="31"/>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01" name="PlaceHolder 5"/>
          <p:cNvSpPr>
            <a:spLocks noGrp="1"/>
          </p:cNvSpPr>
          <p:nvPr>
            <p:ph type="ftr" idx="32"/>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02" name="PlaceHolder 6"/>
          <p:cNvSpPr>
            <a:spLocks noGrp="1"/>
          </p:cNvSpPr>
          <p:nvPr>
            <p:ph type="sldNum" idx="33"/>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B67A927-A423-4BD7-99EF-3CA6869E602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3" name="Group 6"/>
          <p:cNvGrpSpPr/>
          <p:nvPr/>
        </p:nvGrpSpPr>
        <p:grpSpPr>
          <a:xfrm>
            <a:off x="0" y="-8640"/>
            <a:ext cx="12191400" cy="6867000"/>
            <a:chOff x="0" y="-8640"/>
            <a:chExt cx="12191400" cy="6867000"/>
          </a:xfrm>
        </p:grpSpPr>
        <p:cxnSp>
          <p:nvCxnSpPr>
            <p:cNvPr id="204" name="Straight Connector 19"/>
            <p:cNvCxnSpPr/>
            <p:nvPr/>
          </p:nvCxnSpPr>
          <p:spPr>
            <a:xfrm>
              <a:off x="9370800" y="0"/>
              <a:ext cx="1220040" cy="6858720"/>
            </a:xfrm>
            <a:prstGeom prst="straightConnector1">
              <a:avLst/>
            </a:prstGeom>
            <a:ln cap="rnd" w="9525">
              <a:solidFill>
                <a:srgbClr val="bfbfbf"/>
              </a:solidFill>
              <a:round/>
            </a:ln>
          </p:spPr>
        </p:cxnSp>
        <p:cxnSp>
          <p:nvCxnSpPr>
            <p:cNvPr id="20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0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1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2"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3"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4"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15"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6" name="PlaceHolder 3"/>
          <p:cNvSpPr>
            <a:spLocks noGrp="1"/>
          </p:cNvSpPr>
          <p:nvPr>
            <p:ph type="dt" idx="34"/>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7" name="PlaceHolder 4"/>
          <p:cNvSpPr>
            <a:spLocks noGrp="1"/>
          </p:cNvSpPr>
          <p:nvPr>
            <p:ph type="ftr" idx="35"/>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8" name="PlaceHolder 5"/>
          <p:cNvSpPr>
            <a:spLocks noGrp="1"/>
          </p:cNvSpPr>
          <p:nvPr>
            <p:ph type="sldNum" idx="36"/>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9CEB5A9-5AB6-43B7-9C65-D7CA833556E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9" name="Group 6"/>
          <p:cNvGrpSpPr/>
          <p:nvPr/>
        </p:nvGrpSpPr>
        <p:grpSpPr>
          <a:xfrm>
            <a:off x="0" y="-8640"/>
            <a:ext cx="12191400" cy="6867000"/>
            <a:chOff x="0" y="-8640"/>
            <a:chExt cx="12191400" cy="6867000"/>
          </a:xfrm>
        </p:grpSpPr>
        <p:cxnSp>
          <p:nvCxnSpPr>
            <p:cNvPr id="220" name="Straight Connector 19"/>
            <p:cNvCxnSpPr/>
            <p:nvPr/>
          </p:nvCxnSpPr>
          <p:spPr>
            <a:xfrm>
              <a:off x="9370800" y="0"/>
              <a:ext cx="1220040" cy="6858720"/>
            </a:xfrm>
            <a:prstGeom prst="straightConnector1">
              <a:avLst/>
            </a:prstGeom>
            <a:ln cap="rnd" w="9525">
              <a:solidFill>
                <a:srgbClr val="bfbfbf"/>
              </a:solidFill>
              <a:round/>
            </a:ln>
          </p:spPr>
        </p:cxnSp>
        <p:cxnSp>
          <p:nvCxnSpPr>
            <p:cNvPr id="22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2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30" name="PlaceHolder 1"/>
          <p:cNvSpPr>
            <a:spLocks noGrp="1"/>
          </p:cNvSpPr>
          <p:nvPr>
            <p:ph type="title"/>
          </p:nvPr>
        </p:nvSpPr>
        <p:spPr>
          <a:xfrm>
            <a:off x="7967520" y="609480"/>
            <a:ext cx="1303920" cy="525060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31" name="PlaceHolder 2"/>
          <p:cNvSpPr>
            <a:spLocks noGrp="1"/>
          </p:cNvSpPr>
          <p:nvPr>
            <p:ph type="body"/>
          </p:nvPr>
        </p:nvSpPr>
        <p:spPr>
          <a:xfrm>
            <a:off x="677160" y="609480"/>
            <a:ext cx="7059600" cy="525060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2" name="PlaceHolder 3"/>
          <p:cNvSpPr>
            <a:spLocks noGrp="1"/>
          </p:cNvSpPr>
          <p:nvPr>
            <p:ph type="dt" idx="37"/>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3" name="PlaceHolder 4"/>
          <p:cNvSpPr>
            <a:spLocks noGrp="1"/>
          </p:cNvSpPr>
          <p:nvPr>
            <p:ph type="ftr" idx="38"/>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4" name="PlaceHolder 5"/>
          <p:cNvSpPr>
            <a:spLocks noGrp="1"/>
          </p:cNvSpPr>
          <p:nvPr>
            <p:ph type="sldNum" idx="39"/>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7FB92A0-F965-4541-8ED9-CA54D5EAC70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1400" cy="6867000"/>
            <a:chOff x="0" y="-8640"/>
            <a:chExt cx="12191400" cy="6867000"/>
          </a:xfrm>
        </p:grpSpPr>
        <p:cxnSp>
          <p:nvCxnSpPr>
            <p:cNvPr id="236" name="Straight Connector 19"/>
            <p:cNvCxnSpPr/>
            <p:nvPr/>
          </p:nvCxnSpPr>
          <p:spPr>
            <a:xfrm>
              <a:off x="9370800" y="0"/>
              <a:ext cx="1220040" cy="6858720"/>
            </a:xfrm>
            <a:prstGeom prst="straightConnector1">
              <a:avLst/>
            </a:prstGeom>
            <a:ln cap="rnd" w="9525">
              <a:solidFill>
                <a:srgbClr val="bfbfbf"/>
              </a:solidFill>
              <a:round/>
            </a:ln>
          </p:spPr>
        </p:cxnSp>
        <p:cxnSp>
          <p:nvCxnSpPr>
            <p:cNvPr id="237"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38"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9"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1"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3"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2700720"/>
            <a:ext cx="8596080" cy="182592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247" name="PlaceHolder 2"/>
          <p:cNvSpPr>
            <a:spLocks noGrp="1"/>
          </p:cNvSpPr>
          <p:nvPr>
            <p:ph type="body"/>
          </p:nvPr>
        </p:nvSpPr>
        <p:spPr>
          <a:xfrm>
            <a:off x="677160" y="4527360"/>
            <a:ext cx="8596080" cy="8596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248" name="PlaceHolder 3"/>
          <p:cNvSpPr>
            <a:spLocks noGrp="1"/>
          </p:cNvSpPr>
          <p:nvPr>
            <p:ph type="dt" idx="40"/>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4"/>
          <p:cNvSpPr>
            <a:spLocks noGrp="1"/>
          </p:cNvSpPr>
          <p:nvPr>
            <p:ph type="ftr" idx="4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5"/>
          <p:cNvSpPr>
            <a:spLocks noGrp="1"/>
          </p:cNvSpPr>
          <p:nvPr>
            <p:ph type="sldNum" idx="4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DF3CC80-EFEB-4A88-BA78-E6250AFFE10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7" name="PlaceHolder 1"/>
          <p:cNvSpPr>
            <a:spLocks noGrp="1"/>
          </p:cNvSpPr>
          <p:nvPr>
            <p:ph type="title"/>
          </p:nvPr>
        </p:nvSpPr>
        <p:spPr>
          <a:xfrm>
            <a:off x="677160" y="609480"/>
            <a:ext cx="8596080" cy="13201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8" name="PlaceHolder 2"/>
          <p:cNvSpPr>
            <a:spLocks noGrp="1"/>
          </p:cNvSpPr>
          <p:nvPr>
            <p:ph type="subTitle"/>
          </p:nvPr>
        </p:nvSpPr>
        <p:spPr>
          <a:xfrm>
            <a:off x="677160" y="2160720"/>
            <a:ext cx="8596080" cy="388008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4"/>
          </p:nvPr>
        </p:nvSpPr>
        <p:spPr/>
        <p:txBody>
          <a:bodyPr/>
          <a:p>
            <a:r>
              <a:t>Footer</a:t>
            </a:r>
          </a:p>
        </p:txBody>
      </p:sp>
      <p:sp>
        <p:nvSpPr>
          <p:cNvPr id="5" name="PlaceHolder 4"/>
          <p:cNvSpPr>
            <a:spLocks noGrp="1"/>
          </p:cNvSpPr>
          <p:nvPr>
            <p:ph type="sldNum" idx="45"/>
          </p:nvPr>
        </p:nvSpPr>
        <p:spPr/>
        <p:txBody>
          <a:bodyPr/>
          <a:p>
            <a:fld id="{D3C2CB10-30A0-47D9-8FC6-2C0AEE73EC84}" type="slidenum">
              <a:t>&lt;#&gt;</a:t>
            </a:fld>
          </a:p>
        </p:txBody>
      </p:sp>
      <p:sp>
        <p:nvSpPr>
          <p:cNvPr id="6" name="PlaceHolder 5"/>
          <p:cNvSpPr>
            <a:spLocks noGrp="1"/>
          </p:cNvSpPr>
          <p:nvPr>
            <p:ph type="dt" idx="4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9" name="Group 6"/>
          <p:cNvGrpSpPr/>
          <p:nvPr/>
        </p:nvGrpSpPr>
        <p:grpSpPr>
          <a:xfrm>
            <a:off x="0" y="-8640"/>
            <a:ext cx="12191400" cy="6867000"/>
            <a:chOff x="0" y="-8640"/>
            <a:chExt cx="12191400" cy="6867000"/>
          </a:xfrm>
        </p:grpSpPr>
        <p:cxnSp>
          <p:nvCxnSpPr>
            <p:cNvPr id="270" name="Straight Connector 19"/>
            <p:cNvCxnSpPr/>
            <p:nvPr/>
          </p:nvCxnSpPr>
          <p:spPr>
            <a:xfrm>
              <a:off x="9370800" y="0"/>
              <a:ext cx="1220040" cy="6858720"/>
            </a:xfrm>
            <a:prstGeom prst="straightConnector1">
              <a:avLst/>
            </a:prstGeom>
            <a:ln cap="rnd" w="9525">
              <a:solidFill>
                <a:srgbClr val="bfbfbf"/>
              </a:solidFill>
              <a:round/>
            </a:ln>
          </p:spPr>
        </p:cxnSp>
        <p:cxnSp>
          <p:nvCxnSpPr>
            <p:cNvPr id="27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7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80"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1"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82" name="PlaceHolder 3"/>
          <p:cNvSpPr>
            <a:spLocks noGrp="1"/>
          </p:cNvSpPr>
          <p:nvPr>
            <p:ph type="dt" idx="46"/>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83" name="PlaceHolder 4"/>
          <p:cNvSpPr>
            <a:spLocks noGrp="1"/>
          </p:cNvSpPr>
          <p:nvPr>
            <p:ph type="ftr" idx="47"/>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84" name="PlaceHolder 5"/>
          <p:cNvSpPr>
            <a:spLocks noGrp="1"/>
          </p:cNvSpPr>
          <p:nvPr>
            <p:ph type="sldNum" idx="48"/>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40928A6-C609-457F-9846-707ECC73147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1400" cy="6867000"/>
            <a:chOff x="0" y="-8640"/>
            <a:chExt cx="12191400" cy="6867000"/>
          </a:xfrm>
        </p:grpSpPr>
        <p:cxnSp>
          <p:nvCxnSpPr>
            <p:cNvPr id="286" name="Straight Connector 19"/>
            <p:cNvCxnSpPr/>
            <p:nvPr/>
          </p:nvCxnSpPr>
          <p:spPr>
            <a:xfrm>
              <a:off x="9370800" y="0"/>
              <a:ext cx="1220040" cy="6858720"/>
            </a:xfrm>
            <a:prstGeom prst="straightConnector1">
              <a:avLst/>
            </a:prstGeom>
            <a:ln cap="rnd" w="9525">
              <a:solidFill>
                <a:srgbClr val="bfbfbf"/>
              </a:solidFill>
              <a:round/>
            </a:ln>
          </p:spPr>
        </p:cxnSp>
        <p:cxnSp>
          <p:nvCxnSpPr>
            <p:cNvPr id="287"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7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88"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9"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0" name="PlaceHolder 3"/>
          <p:cNvSpPr>
            <a:spLocks noGrp="1"/>
          </p:cNvSpPr>
          <p:nvPr>
            <p:ph type="dt" idx="49"/>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91" name="PlaceHolder 4"/>
          <p:cNvSpPr>
            <a:spLocks noGrp="1"/>
          </p:cNvSpPr>
          <p:nvPr>
            <p:ph type="ftr" idx="50"/>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92" name="PlaceHolder 5"/>
          <p:cNvSpPr>
            <a:spLocks noGrp="1"/>
          </p:cNvSpPr>
          <p:nvPr>
            <p:ph type="sldNum" idx="51"/>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FEEB4CE-9107-4DFF-9B65-F2EA7D33DBA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93" name="Group 6"/>
          <p:cNvGrpSpPr/>
          <p:nvPr/>
        </p:nvGrpSpPr>
        <p:grpSpPr>
          <a:xfrm>
            <a:off x="0" y="-8640"/>
            <a:ext cx="12191400" cy="6867000"/>
            <a:chOff x="0" y="-8640"/>
            <a:chExt cx="12191400" cy="6867000"/>
          </a:xfrm>
        </p:grpSpPr>
        <p:cxnSp>
          <p:nvCxnSpPr>
            <p:cNvPr id="294" name="Straight Connector 19"/>
            <p:cNvCxnSpPr/>
            <p:nvPr/>
          </p:nvCxnSpPr>
          <p:spPr>
            <a:xfrm>
              <a:off x="9370800" y="0"/>
              <a:ext cx="1220040" cy="6858720"/>
            </a:xfrm>
            <a:prstGeom prst="straightConnector1">
              <a:avLst/>
            </a:prstGeom>
            <a:ln cap="rnd" w="9525">
              <a:solidFill>
                <a:srgbClr val="bfbfbf"/>
              </a:solidFill>
              <a:round/>
            </a:ln>
          </p:spPr>
        </p:cxnSp>
        <p:cxnSp>
          <p:nvCxnSpPr>
            <p:cNvPr id="29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9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8"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2"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3"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04" name="PlaceHolder 1"/>
          <p:cNvSpPr>
            <a:spLocks noGrp="1"/>
          </p:cNvSpPr>
          <p:nvPr>
            <p:ph type="dt" idx="52"/>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5" name="PlaceHolder 2"/>
          <p:cNvSpPr>
            <a:spLocks noGrp="1"/>
          </p:cNvSpPr>
          <p:nvPr>
            <p:ph type="ftr" idx="53"/>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6" name="PlaceHolder 3"/>
          <p:cNvSpPr>
            <a:spLocks noGrp="1"/>
          </p:cNvSpPr>
          <p:nvPr>
            <p:ph type="sldNum" idx="54"/>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5CA6666-3704-4A01-B31D-E160626E8A2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07" name="PlaceHolder 4"/>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08"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1400" cy="6867000"/>
            <a:chOff x="0" y="-8640"/>
            <a:chExt cx="12191400" cy="6867000"/>
          </a:xfrm>
        </p:grpSpPr>
        <p:cxnSp>
          <p:nvCxnSpPr>
            <p:cNvPr id="3" name="Straight Connector 19"/>
            <p:cNvCxnSpPr/>
            <p:nvPr/>
          </p:nvCxnSpPr>
          <p:spPr>
            <a:xfrm>
              <a:off x="9370800" y="0"/>
              <a:ext cx="1220040" cy="6858720"/>
            </a:xfrm>
            <a:prstGeom prst="straightConnector1">
              <a:avLst/>
            </a:prstGeom>
            <a:ln cap="rnd" w="9525">
              <a:solidFill>
                <a:srgbClr val="bfbfbf"/>
              </a:solidFill>
              <a:round/>
            </a:ln>
          </p:spPr>
        </p:cxnSp>
        <p:cxnSp>
          <p:nvCxnSpPr>
            <p:cNvPr id="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720" y="-8640"/>
            <a:ext cx="12190680" cy="6867000"/>
            <a:chOff x="720" y="-8640"/>
            <a:chExt cx="12190680" cy="6867000"/>
          </a:xfrm>
        </p:grpSpPr>
        <p:cxnSp>
          <p:nvCxnSpPr>
            <p:cNvPr id="14" name="Straight Connector 31"/>
            <p:cNvCxnSpPr/>
            <p:nvPr/>
          </p:nvCxnSpPr>
          <p:spPr>
            <a:xfrm>
              <a:off x="9370800" y="0"/>
              <a:ext cx="1220040" cy="6858720"/>
            </a:xfrm>
            <a:prstGeom prst="straightConnector1">
              <a:avLst/>
            </a:prstGeom>
            <a:ln cap="rnd" w="9525">
              <a:solidFill>
                <a:srgbClr val="bfbfbf"/>
              </a:solidFill>
              <a:round/>
            </a:ln>
          </p:spPr>
        </p:cxnSp>
        <p:cxnSp>
          <p:nvCxnSpPr>
            <p:cNvPr id="1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720" y="720"/>
              <a:ext cx="842040" cy="566532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2200"/>
            <a:ext cx="859608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C51FFAC-04D4-4149-924A-8F18E124B3E2}"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1160" cy="36432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1400" cy="6867000"/>
            <a:chOff x="0" y="-8640"/>
            <a:chExt cx="12191400" cy="6867000"/>
          </a:xfrm>
        </p:grpSpPr>
        <p:cxnSp>
          <p:nvCxnSpPr>
            <p:cNvPr id="252" name="Straight Connector 19"/>
            <p:cNvCxnSpPr/>
            <p:nvPr/>
          </p:nvCxnSpPr>
          <p:spPr>
            <a:xfrm>
              <a:off x="9370800" y="0"/>
              <a:ext cx="1220040" cy="6858720"/>
            </a:xfrm>
            <a:prstGeom prst="straightConnector1">
              <a:avLst/>
            </a:prstGeom>
            <a:ln cap="rnd" w="9525">
              <a:solidFill>
                <a:srgbClr val="bfbfbf"/>
              </a:solidFill>
              <a:round/>
            </a:ln>
          </p:spPr>
        </p:cxnSp>
        <p:cxnSp>
          <p:nvCxnSpPr>
            <p:cNvPr id="25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5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63"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64" name="PlaceHolder 3"/>
          <p:cNvSpPr>
            <a:spLocks noGrp="1"/>
          </p:cNvSpPr>
          <p:nvPr>
            <p:ph type="dt" idx="43"/>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65" name="PlaceHolder 4"/>
          <p:cNvSpPr>
            <a:spLocks noGrp="1"/>
          </p:cNvSpPr>
          <p:nvPr>
            <p:ph type="ftr" idx="44"/>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6" name="PlaceHolder 5"/>
          <p:cNvSpPr>
            <a:spLocks noGrp="1"/>
          </p:cNvSpPr>
          <p:nvPr>
            <p:ph type="sldNum" idx="45"/>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22F586D-8E75-423F-A4CB-045BA8B7B7D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2"/>
    <p:sldLayoutId id="2147483668" r:id="rId3"/>
    <p:sldLayoutId id="2147483669"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1371600" y="301680"/>
            <a:ext cx="7693920" cy="1069560"/>
          </a:xfrm>
          <a:prstGeom prst="rect">
            <a:avLst/>
          </a:prstGeom>
          <a:noFill/>
          <a:ln w="0">
            <a:noFill/>
          </a:ln>
        </p:spPr>
        <p:txBody>
          <a:bodyPr lIns="91440" rIns="91440" tIns="45720" bIns="45720" anchor="b">
            <a:normAutofit/>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Design and Implementation of a Blockchain-Based E-Voting System</a:t>
            </a:r>
            <a:endParaRPr lang="en-US" sz="3200" b="0" u="none" strike="noStrike">
              <a:solidFill>
                <a:srgbClr val="000000"/>
              </a:solidFill>
              <a:effectLst/>
              <a:uFillTx/>
              <a:latin typeface="Noto Serif"/>
            </a:endParaRPr>
          </a:p>
        </p:txBody>
      </p:sp>
      <p:sp>
        <p:nvSpPr>
          <p:cNvPr id="316" name="PlaceHolder 2"/>
          <p:cNvSpPr>
            <a:spLocks noGrp="1"/>
          </p:cNvSpPr>
          <p:nvPr>
            <p:ph type="subTitle"/>
          </p:nvPr>
        </p:nvSpPr>
        <p:spPr>
          <a:xfrm>
            <a:off x="2081880" y="2558520"/>
            <a:ext cx="8501400" cy="28299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S.THILLAIARASAN</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M.RAMANA</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V.SUGUMARAN</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K.UDHAY</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D. JEEVA, AP/IT</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90720" y="228600"/>
            <a:ext cx="859608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18" name="PlaceHolder 2"/>
          <p:cNvSpPr>
            <a:spLocks noGrp="1"/>
          </p:cNvSpPr>
          <p:nvPr>
            <p:ph/>
          </p:nvPr>
        </p:nvSpPr>
        <p:spPr>
          <a:xfrm>
            <a:off x="327960" y="1378080"/>
            <a:ext cx="9273240" cy="365112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r>
              <a:rPr lang="en-US" sz="1800" b="0" u="none" strike="noStrike">
                <a:solidFill>
                  <a:schemeClr val="dk1">
                    <a:lumMod val="75000"/>
                    <a:lumOff val="25000"/>
                  </a:schemeClr>
                </a:solidFill>
                <a:effectLst/>
                <a:uFillTx/>
                <a:latin typeface="Trebuchet MS"/>
              </a:rPr>
              <a:t>Electronic voting systems have gained attention as a replacement for traditional paper-based elections; however, issues such as vote tampering, lack of transparency, and centralized control continue to raise serious concerns. To address these challenges, this project proposes a Blockchain-Based Secure Electronic Voting System using smart contracts. Blockchain technology provides decentralization, immutability, and transparency, ensuring that votes once recorded cannot be altered or deleted. In the proposed system, voter registration, vote casting, and result computation are managed through smart contracts deployed on a blockchain network. Each vote is securely recorded as a transaction, eliminating the need for a trusted third party. The system is implemented using Solidity for smart contracts, Node.js for backend services, and a web-based user interface for interaction. This approach improves trust, security, and auditability in electronic voting while maintaining system simplicity for academic and real-world adaptability.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1800" y="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20" name="PlaceHolder 2"/>
          <p:cNvSpPr>
            <a:spLocks noGrp="1"/>
          </p:cNvSpPr>
          <p:nvPr>
            <p:ph/>
          </p:nvPr>
        </p:nvSpPr>
        <p:spPr>
          <a:xfrm>
            <a:off x="333000" y="1371600"/>
            <a:ext cx="9039240" cy="50292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Elections play a crucial role in democratic systems, requiring high levels of trust, accuracy, and transparency. Traditional voting methods, including paper ballots and centralized electronic voting machines, are vulnerable to manipulation, human error, and lack of verifiability. With the increasing digitization of government services, the demand for a secure and transparent electronic voting solution has become more significant. Blockchain technology, originally introduced for cryptocurrencies, has emerged as a powerful platform for secure record management due to its decentralized and immutable nature.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the application of blockchain technology in the electronic voting domain. By leveraging smart contracts, the proposed system ensures that voter registration, vote casting, and result declaration follow predefined rules without human intervention. Each vote is cryptographically secured and permanently recorded on the blockchain, making unauthorized modifications practically impossible. The system aims to demonstrate how blockchain can enhance electoral transparency and trust while reducing dependency on centralized authorities.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p:nvPr>
        </p:nvSpPr>
        <p:spPr>
          <a:xfrm>
            <a:off x="254160" y="311040"/>
            <a:ext cx="8595720" cy="831600"/>
          </a:xfrm>
          <a:prstGeom prst="rect">
            <a:avLst/>
          </a:prstGeom>
          <a:noFill/>
          <a:ln w="0">
            <a:noFill/>
          </a:ln>
        </p:spPr>
        <p:txBody>
          <a:bodyPr lIns="91440" rIns="91440" tIns="45720" bIns="45720" anchor="t">
            <a:normAutofit/>
          </a:bodyPr>
          <a:p>
            <a:pPr marL="343080" indent="-343080" defTabSz="457200">
              <a:lnSpc>
                <a:spcPct val="100000"/>
              </a:lnSpc>
              <a:spcBef>
                <a:spcPts val="1001"/>
              </a:spcBef>
              <a:buNone/>
              <a:tabLst>
                <a:tab algn="l" pos="0"/>
              </a:tabLst>
            </a:pPr>
            <a:r>
              <a:rPr lang="en-IN" sz="3600" b="1" u="none" strike="noStrike">
                <a:solidFill>
                  <a:schemeClr val="dk1"/>
                </a:solidFill>
                <a:effectLst/>
                <a:uFillTx/>
                <a:latin typeface="Trebuchet MS"/>
              </a:rPr>
              <a:t>PROBLEM STATEMENT :</a:t>
            </a:r>
            <a:endParaRPr lang="en-US" sz="3600" b="0" u="none" strike="noStrike">
              <a:solidFill>
                <a:srgbClr val="000000"/>
              </a:solidFill>
              <a:effectLst/>
              <a:uFillTx/>
              <a:latin typeface="Noto Serif"/>
            </a:endParaRPr>
          </a:p>
        </p:txBody>
      </p:sp>
      <p:sp>
        <p:nvSpPr>
          <p:cNvPr id="322" name="Content Placeholder 6"/>
          <p:cNvSpPr/>
          <p:nvPr/>
        </p:nvSpPr>
        <p:spPr>
          <a:xfrm>
            <a:off x="685800" y="1412280"/>
            <a:ext cx="8081640" cy="3387960"/>
          </a:xfrm>
          <a:prstGeom prst="rect">
            <a:avLst/>
          </a:prstGeom>
          <a:noFill/>
          <a:ln w="0">
            <a:noFill/>
          </a:ln>
        </p:spPr>
        <p:style>
          <a:lnRef idx="0"/>
          <a:fillRef idx="0"/>
          <a:effectRef idx="0"/>
          <a:fontRef idx="minor"/>
        </p:style>
        <p:txBody>
          <a:bodyPr lIns="90000" rIns="90000" tIns="45000" bIns="45000" anchor="t">
            <a:noAutofit/>
          </a:bodyPr>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Existing electronic voting systems lack transparency and verifiability for voters.</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Voters cannot independently verify whether their votes are recorded correctly.</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Centralized databases are vulnerable to cyber-attacks and unauthorized modifications.</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Manual verification and audit processes are time-consuming and error-prone.</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There is a need for a secure, transparent, and verifiable voting system that minimizes human intervention.</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The challenge is to design a system that ensures one-person-one-vote while preserving data integrity.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0" y="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24" name="PlaceHolder 2"/>
          <p:cNvSpPr>
            <a:spLocks noGrp="1"/>
          </p:cNvSpPr>
          <p:nvPr>
            <p:ph/>
          </p:nvPr>
        </p:nvSpPr>
        <p:spPr>
          <a:xfrm>
            <a:off x="677160" y="1045440"/>
            <a:ext cx="8596080" cy="44406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secure and transparent electronic voting system using blockchain technology.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prevent vote tampering and duplicate voting using smart contracts.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enable verifiable and immutable vote storage.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reduce reliance on centralized election authorities.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a simple and user-friendly interface for voters.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demonstrate a real-world application of blockchain in governance systems.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340560" y="0"/>
            <a:ext cx="825552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26" name="PlaceHolder 2"/>
          <p:cNvSpPr>
            <a:spLocks noGrp="1"/>
          </p:cNvSpPr>
          <p:nvPr>
            <p:ph/>
          </p:nvPr>
        </p:nvSpPr>
        <p:spPr>
          <a:xfrm>
            <a:off x="750240" y="726480"/>
            <a:ext cx="8081640" cy="27021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electronic voting infrastructure.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Election data stored in traditional databases.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 counting and result generation controlled by authorities.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for voters.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Manual audits required to verify results.</a:t>
            </a:r>
            <a:endParaRPr lang="en-US" sz="1800" b="0" u="none" strike="noStrike">
              <a:solidFill>
                <a:srgbClr val="000000"/>
              </a:solidFill>
              <a:effectLst/>
              <a:uFillTx/>
              <a:latin typeface="Noto Serif"/>
            </a:endParaRPr>
          </a:p>
        </p:txBody>
      </p:sp>
      <p:sp>
        <p:nvSpPr>
          <p:cNvPr id="327" name="Rectangle 3"/>
          <p:cNvSpPr/>
          <p:nvPr/>
        </p:nvSpPr>
        <p:spPr>
          <a:xfrm>
            <a:off x="379440" y="3570120"/>
            <a:ext cx="350136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28" name="Content Placeholder 1"/>
          <p:cNvSpPr/>
          <p:nvPr/>
        </p:nvSpPr>
        <p:spPr>
          <a:xfrm>
            <a:off x="685800" y="4215960"/>
            <a:ext cx="8081640" cy="270216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 point of failure.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Susceptible to hacking and data manipulation.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Lack of voter trust and transparency.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independently.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operational and verification costs.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356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30" name="PlaceHolder 2"/>
          <p:cNvSpPr>
            <a:spLocks noGrp="1"/>
          </p:cNvSpPr>
          <p:nvPr>
            <p:ph/>
          </p:nvPr>
        </p:nvSpPr>
        <p:spPr>
          <a:xfrm>
            <a:off x="791640" y="945000"/>
            <a:ext cx="8596080" cy="27122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decentralized voting system.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manage voter registration and voting logic.</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Votes stored on blockchain ensuring immutability.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result computation.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enforcement of election rules.</a:t>
            </a:r>
            <a:endParaRPr lang="en-US" sz="1800" b="0" u="none" strike="noStrike">
              <a:solidFill>
                <a:srgbClr val="000000"/>
              </a:solidFill>
              <a:effectLst/>
              <a:uFillTx/>
              <a:latin typeface="Noto Serif"/>
            </a:endParaRPr>
          </a:p>
        </p:txBody>
      </p:sp>
      <p:sp>
        <p:nvSpPr>
          <p:cNvPr id="331" name="Rectangle 4"/>
          <p:cNvSpPr/>
          <p:nvPr/>
        </p:nvSpPr>
        <p:spPr>
          <a:xfrm>
            <a:off x="184680" y="3560400"/>
            <a:ext cx="312192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32" name="Content Placeholder 4"/>
          <p:cNvSpPr/>
          <p:nvPr/>
        </p:nvSpPr>
        <p:spPr>
          <a:xfrm>
            <a:off x="791640" y="4206240"/>
            <a:ext cx="8596080" cy="26514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No single point of failure.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Tamper-proof and immutable vote records.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Improved transparency and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manual verification.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security through cryptographic techniques.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0" y="20520"/>
            <a:ext cx="9600840" cy="8935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34" name=""/>
          <p:cNvSpPr/>
          <p:nvPr/>
        </p:nvSpPr>
        <p:spPr>
          <a:xfrm>
            <a:off x="2971800" y="914040"/>
            <a:ext cx="3886200" cy="6861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r>
              <a:rPr lang="en-US" sz="1800" b="0" u="none" strike="noStrike">
                <a:solidFill>
                  <a:srgbClr val="000000"/>
                </a:solidFill>
                <a:effectLst/>
                <a:uFillTx/>
                <a:latin typeface="Noto Serif"/>
              </a:rPr>
              <a:t>User Interface / Web Page</a:t>
            </a:r>
            <a:endParaRPr lang="en-US" sz="1800" b="0" u="none" strike="noStrike">
              <a:solidFill>
                <a:srgbClr val="000000"/>
              </a:solidFill>
              <a:effectLst/>
              <a:uFillTx/>
              <a:latin typeface="Noto Serif"/>
            </a:endParaRPr>
          </a:p>
        </p:txBody>
      </p:sp>
      <p:sp>
        <p:nvSpPr>
          <p:cNvPr id="335" name=""/>
          <p:cNvSpPr/>
          <p:nvPr/>
        </p:nvSpPr>
        <p:spPr>
          <a:xfrm>
            <a:off x="2971800" y="5486400"/>
            <a:ext cx="3886200" cy="6861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r>
              <a:rPr lang="en-US" sz="1800" b="0" u="none" strike="noStrike">
                <a:solidFill>
                  <a:srgbClr val="000000"/>
                </a:solidFill>
                <a:effectLst/>
                <a:uFillTx/>
                <a:latin typeface="Noto Serif"/>
              </a:rPr>
              <a:t>Vote Storage</a:t>
            </a:r>
            <a:endParaRPr lang="en-US" sz="1800" b="0" u="none" strike="noStrike">
              <a:solidFill>
                <a:srgbClr val="000000"/>
              </a:solidFill>
              <a:effectLst/>
              <a:uFillTx/>
              <a:latin typeface="Noto Serif"/>
            </a:endParaRPr>
          </a:p>
        </p:txBody>
      </p:sp>
      <p:sp>
        <p:nvSpPr>
          <p:cNvPr id="336" name=""/>
          <p:cNvSpPr/>
          <p:nvPr/>
        </p:nvSpPr>
        <p:spPr>
          <a:xfrm>
            <a:off x="2971800" y="4571640"/>
            <a:ext cx="3886200" cy="6861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r>
              <a:rPr lang="en-US" sz="1800" b="0" u="none" strike="noStrike">
                <a:solidFill>
                  <a:srgbClr val="000000"/>
                </a:solidFill>
                <a:effectLst/>
                <a:uFillTx/>
                <a:latin typeface="Noto Serif"/>
              </a:rPr>
              <a:t>Smart Contract ( Solidity )</a:t>
            </a:r>
            <a:endParaRPr lang="en-US" sz="1800" b="0" u="none" strike="noStrike">
              <a:solidFill>
                <a:srgbClr val="000000"/>
              </a:solidFill>
              <a:effectLst/>
              <a:uFillTx/>
              <a:latin typeface="Noto Serif"/>
            </a:endParaRPr>
          </a:p>
        </p:txBody>
      </p:sp>
      <p:sp>
        <p:nvSpPr>
          <p:cNvPr id="337" name=""/>
          <p:cNvSpPr/>
          <p:nvPr/>
        </p:nvSpPr>
        <p:spPr>
          <a:xfrm>
            <a:off x="2971800" y="3657600"/>
            <a:ext cx="3886200" cy="6861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r>
              <a:rPr lang="en-US" sz="1800" b="0" u="none" strike="noStrike">
                <a:solidFill>
                  <a:srgbClr val="000000"/>
                </a:solidFill>
                <a:effectLst/>
                <a:uFillTx/>
                <a:latin typeface="Noto Serif"/>
              </a:rPr>
              <a:t>Local Blockchain Network</a:t>
            </a:r>
            <a:endParaRPr lang="en-US" sz="1800" b="0" u="none" strike="noStrike">
              <a:solidFill>
                <a:srgbClr val="000000"/>
              </a:solidFill>
              <a:effectLst/>
              <a:uFillTx/>
              <a:latin typeface="Noto Serif"/>
            </a:endParaRPr>
          </a:p>
        </p:txBody>
      </p:sp>
      <p:sp>
        <p:nvSpPr>
          <p:cNvPr id="338" name=""/>
          <p:cNvSpPr/>
          <p:nvPr/>
        </p:nvSpPr>
        <p:spPr>
          <a:xfrm>
            <a:off x="2971800" y="2742840"/>
            <a:ext cx="3886200" cy="6861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Express API and validation</a:t>
            </a:r>
            <a:endParaRPr lang="en-US" sz="1800" b="0" u="none" strike="noStrike">
              <a:solidFill>
                <a:srgbClr val="000000"/>
              </a:solidFill>
              <a:effectLst/>
              <a:uFillTx/>
              <a:latin typeface="Noto Serif"/>
            </a:endParaRPr>
          </a:p>
        </p:txBody>
      </p:sp>
      <p:sp>
        <p:nvSpPr>
          <p:cNvPr id="339" name=""/>
          <p:cNvSpPr/>
          <p:nvPr/>
        </p:nvSpPr>
        <p:spPr>
          <a:xfrm>
            <a:off x="2971800" y="1828800"/>
            <a:ext cx="3886200" cy="6861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r>
              <a:rPr lang="en-US" sz="1800" b="0" u="none" strike="noStrike">
                <a:solidFill>
                  <a:srgbClr val="000000"/>
                </a:solidFill>
                <a:effectLst/>
                <a:uFillTx/>
                <a:latin typeface="Noto Serif"/>
              </a:rPr>
              <a:t>Backend ( node.js )</a:t>
            </a:r>
            <a:endParaRPr lang="en-US" sz="1800" b="0" u="none" strike="noStrike">
              <a:solidFill>
                <a:srgbClr val="000000"/>
              </a:solidFill>
              <a:effectLst/>
              <a:uFillTx/>
              <a:latin typeface="Noto Serif"/>
            </a:endParaRPr>
          </a:p>
        </p:txBody>
      </p:sp>
      <p:sp>
        <p:nvSpPr>
          <p:cNvPr id="340" name=""/>
          <p:cNvSpPr/>
          <p:nvPr/>
        </p:nvSpPr>
        <p:spPr>
          <a:xfrm>
            <a:off x="4800600" y="5257800"/>
            <a:ext cx="228600" cy="228600"/>
          </a:xfrm>
          <a:prstGeom prst="downArrow">
            <a:avLst>
              <a:gd name="adj1" fmla="val 50000"/>
              <a:gd name="adj2" fmla="val 2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41" name=""/>
          <p:cNvSpPr/>
          <p:nvPr/>
        </p:nvSpPr>
        <p:spPr>
          <a:xfrm>
            <a:off x="4800600" y="4343040"/>
            <a:ext cx="228600" cy="228600"/>
          </a:xfrm>
          <a:prstGeom prst="downArrow">
            <a:avLst>
              <a:gd name="adj1" fmla="val 50000"/>
              <a:gd name="adj2" fmla="val 2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42" name=""/>
          <p:cNvSpPr/>
          <p:nvPr/>
        </p:nvSpPr>
        <p:spPr>
          <a:xfrm>
            <a:off x="4800600" y="3429000"/>
            <a:ext cx="228600" cy="228600"/>
          </a:xfrm>
          <a:prstGeom prst="downArrow">
            <a:avLst>
              <a:gd name="adj1" fmla="val 50000"/>
              <a:gd name="adj2" fmla="val 2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43" name=""/>
          <p:cNvSpPr/>
          <p:nvPr/>
        </p:nvSpPr>
        <p:spPr>
          <a:xfrm>
            <a:off x="4800600" y="1600200"/>
            <a:ext cx="228600" cy="228600"/>
          </a:xfrm>
          <a:prstGeom prst="downArrow">
            <a:avLst>
              <a:gd name="adj1" fmla="val 50000"/>
              <a:gd name="adj2" fmla="val 2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44" name=""/>
          <p:cNvSpPr/>
          <p:nvPr/>
        </p:nvSpPr>
        <p:spPr>
          <a:xfrm>
            <a:off x="4800600" y="2514240"/>
            <a:ext cx="228600" cy="228600"/>
          </a:xfrm>
          <a:prstGeom prst="downArrow">
            <a:avLst>
              <a:gd name="adj1" fmla="val 50000"/>
              <a:gd name="adj2" fmla="val 2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4356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6" name="PlaceHolder 2"/>
          <p:cNvSpPr>
            <a:spLocks noGrp="1"/>
          </p:cNvSpPr>
          <p:nvPr>
            <p:ph/>
          </p:nvPr>
        </p:nvSpPr>
        <p:spPr>
          <a:xfrm>
            <a:off x="266400" y="205560"/>
            <a:ext cx="8596080" cy="62064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47" name="Rectangle 4"/>
          <p:cNvSpPr/>
          <p:nvPr/>
        </p:nvSpPr>
        <p:spPr>
          <a:xfrm>
            <a:off x="275760" y="3599280"/>
            <a:ext cx="303120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8" name="Content Placeholder 5"/>
          <p:cNvSpPr/>
          <p:nvPr/>
        </p:nvSpPr>
        <p:spPr>
          <a:xfrm>
            <a:off x="677520" y="1371600"/>
            <a:ext cx="8596080" cy="34286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User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Voter Registration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 Verification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Result Management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28260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50" name="PlaceHolder 2"/>
          <p:cNvSpPr>
            <a:spLocks noGrp="1"/>
          </p:cNvSpPr>
          <p:nvPr>
            <p:ph/>
          </p:nvPr>
        </p:nvSpPr>
        <p:spPr>
          <a:xfrm>
            <a:off x="776160" y="1600200"/>
            <a:ext cx="8596080" cy="434304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Voter registration is performed by the election administrator.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Each voter is registered using a unique blockchain wallet address.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 verifies whether the voter is already registered.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Only registered voters are permitted to participate in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Registration data is stored securely and immutably on blockchain.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module ensures authentication and prevents unauthorized voting.</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7452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52" name="PlaceHolder 2"/>
          <p:cNvSpPr>
            <a:spLocks noGrp="1"/>
          </p:cNvSpPr>
          <p:nvPr>
            <p:ph/>
          </p:nvPr>
        </p:nvSpPr>
        <p:spPr>
          <a:xfrm>
            <a:off x="547560" y="914400"/>
            <a:ext cx="8596080" cy="4447800"/>
          </a:xfrm>
          <a:prstGeom prst="rect">
            <a:avLst/>
          </a:prstGeom>
          <a:noFill/>
          <a:ln w="0">
            <a:noFill/>
          </a:ln>
        </p:spPr>
        <p:txBody>
          <a:bodyPr lIns="91440" rIns="91440" tIns="45720" bIns="45720" anchor="t">
            <a:normAutofit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blockchain-based voting system addresses major drawbacks of traditional electronic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Decentralization eliminates single points of failure and increases system reliability.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enforce election rules automatically without human intervention.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enhances transparency, security, and voter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prototype demonstrates the practical feasibility of blockchain in electronic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work lays the foundation for future large-scale and national-level implementations.</a:t>
            </a:r>
            <a:endParaRPr lang="en-US" sz="1800" b="0" u="none" strike="noStrike">
              <a:solidFill>
                <a:srgbClr val="000000"/>
              </a:solidFill>
              <a:effectLst/>
              <a:uFillTx/>
              <a:latin typeface="Noto Serif"/>
            </a:endParaRPr>
          </a:p>
        </p:txBody>
      </p:sp>
      <p:sp>
        <p:nvSpPr>
          <p:cNvPr id="353" name="Cloud Callout 3"/>
          <p:cNvSpPr/>
          <p:nvPr/>
        </p:nvSpPr>
        <p:spPr>
          <a:xfrm>
            <a:off x="2986560" y="5048640"/>
            <a:ext cx="4658760" cy="127368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357</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2026-02-05T10:07:29Z</dcterms:modified>
  <cp:revision>18</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