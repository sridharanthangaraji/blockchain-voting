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2.xml" ContentType="application/vnd.openxmlformats-officedocument.presentationml.slideMaster+xml"/>
  <Override PartName="/ppt/slideMasters/slideMaster15.xml" ContentType="application/vnd.openxmlformats-officedocument.presentationml.slideMaster+xml"/>
  <Override PartName="/ppt/slideMasters/slideMaster1.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4.xml" ContentType="application/vnd.openxmlformats-officedocument.theme+xml"/>
  <Override PartName="/ppt/theme/theme20.xml" ContentType="application/vnd.openxmlformats-officedocument.theme+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10.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64" r:id="rId4"/>
    <p:sldMasterId id="2147483666" r:id="rId5"/>
    <p:sldMasterId id="2147483668" r:id="rId6"/>
    <p:sldMasterId id="214748367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15.xml"/><Relationship Id="rId5" Type="http://schemas.openxmlformats.org/officeDocument/2006/relationships/slideMaster" Target="slideMasters/slideMaster16.xml"/><Relationship Id="rId6" Type="http://schemas.openxmlformats.org/officeDocument/2006/relationships/slideMaster" Target="slideMasters/slideMaster17.xml"/><Relationship Id="rId7" Type="http://schemas.openxmlformats.org/officeDocument/2006/relationships/slideMaster" Target="slideMasters/slideMaster18.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0.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Noto Serif"/>
              </a:rPr>
              <a:t>Click to move the slide</a:t>
            </a:r>
            <a:endParaRPr lang="en-US" sz="4400" b="0" u="none" strike="noStrike">
              <a:solidFill>
                <a:srgbClr val="000000"/>
              </a:solidFill>
              <a:effectLst/>
              <a:uFillTx/>
              <a:latin typeface="Noto Serif"/>
            </a:endParaRPr>
          </a:p>
        </p:txBody>
      </p:sp>
      <p:sp>
        <p:nvSpPr>
          <p:cNvPr id="344"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Noto Serif"/>
              </a:rPr>
              <a:t>Click to edit the notes format</a:t>
            </a:r>
            <a:endParaRPr lang="en-US" sz="2000" b="0" u="none" strike="noStrike">
              <a:solidFill>
                <a:srgbClr val="000000"/>
              </a:solidFill>
              <a:effectLst/>
              <a:uFillTx/>
              <a:latin typeface="Noto Serif"/>
            </a:endParaRPr>
          </a:p>
        </p:txBody>
      </p:sp>
      <p:sp>
        <p:nvSpPr>
          <p:cNvPr id="345"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Noto Serif"/>
              </a:rPr>
              <a:t>&lt;header&gt;</a:t>
            </a:r>
            <a:endParaRPr lang="en-US" sz="1400" b="0" u="none" strike="noStrike">
              <a:solidFill>
                <a:srgbClr val="000000"/>
              </a:solidFill>
              <a:effectLst/>
              <a:uFillTx/>
              <a:latin typeface="Noto Serif"/>
            </a:endParaRPr>
          </a:p>
        </p:txBody>
      </p:sp>
      <p:sp>
        <p:nvSpPr>
          <p:cNvPr id="346" name="PlaceHolder 4"/>
          <p:cNvSpPr>
            <a:spLocks noGrp="1"/>
          </p:cNvSpPr>
          <p:nvPr>
            <p:ph type="dt" idx="61"/>
          </p:nvPr>
        </p:nvSpPr>
        <p:spPr>
          <a:xfrm>
            <a:off x="4399200" y="0"/>
            <a:ext cx="3372840" cy="50256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Noto Serif"/>
              </a:defRPr>
            </a:lvl1pPr>
          </a:lstStyle>
          <a:p>
            <a:pPr indent="0" algn="r">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347" name="PlaceHolder 5"/>
          <p:cNvSpPr>
            <a:spLocks noGrp="1"/>
          </p:cNvSpPr>
          <p:nvPr>
            <p:ph type="ftr" idx="62"/>
          </p:nvPr>
        </p:nvSpPr>
        <p:spPr>
          <a:xfrm>
            <a:off x="0" y="9555480"/>
            <a:ext cx="3372840" cy="50256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8" name="PlaceHolder 6"/>
          <p:cNvSpPr>
            <a:spLocks noGrp="1"/>
          </p:cNvSpPr>
          <p:nvPr>
            <p:ph type="sldNum" idx="63"/>
          </p:nvPr>
        </p:nvSpPr>
        <p:spPr>
          <a:xfrm>
            <a:off x="4399200" y="9555480"/>
            <a:ext cx="3372840" cy="50256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Noto Serif"/>
              </a:defRPr>
            </a:lvl1pPr>
          </a:lstStyle>
          <a:p>
            <a:pPr indent="0" algn="r">
              <a:buNone/>
            </a:pPr>
            <a:fld id="{64ABD0D0-2544-4CF4-B4E6-F9B936104F5A}" type="slidenum">
              <a:rPr lang="en-US" sz="1400" b="0" u="none" strike="noStrike">
                <a:solidFill>
                  <a:srgbClr val="000000"/>
                </a:solidFill>
                <a:effectLst/>
                <a:uFillTx/>
                <a:latin typeface="Noto Serif"/>
              </a:rPr>
              <a:t>&lt;number&gt;</a:t>
            </a:fld>
            <a:endParaRPr lang="en-US" sz="1400" b="0" u="none" strike="noStrike">
              <a:solidFill>
                <a:srgbClr val="000000"/>
              </a:solidFill>
              <a:effectLst/>
              <a:uFillTx/>
              <a:latin typeface="Noto Serif"/>
            </a:endParaRPr>
          </a:p>
        </p:txBody>
      </p:sp>
    </p:spTree>
  </p:cSld>
  <p:clrMap bg1="lt1" bg2="lt2" tx1="dk1" tx2="dk2" accent1="accent1" accent2="accent2" accent3="accent3" accent4="accent4" accent5="accent5" accent6="accent6" hlink="hlink" folHlink="folHlink"/>
</p:notesMaster>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Img"/>
          </p:nvPr>
        </p:nvSpPr>
        <p:spPr>
          <a:xfrm>
            <a:off x="380880" y="685800"/>
            <a:ext cx="6094440" cy="3427560"/>
          </a:xfrm>
          <a:prstGeom prst="rect">
            <a:avLst/>
          </a:prstGeom>
          <a:ln w="0">
            <a:noFill/>
          </a:ln>
        </p:spPr>
      </p:sp>
      <p:sp>
        <p:nvSpPr>
          <p:cNvPr id="395" name="PlaceHolder 2"/>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lang="en-US" sz="1800" b="0" u="none" strike="noStrike">
              <a:solidFill>
                <a:srgbClr val="000000"/>
              </a:solidFill>
              <a:effectLst/>
              <a:uFillTx/>
              <a:latin typeface="Noto Serif"/>
            </a:endParaRPr>
          </a:p>
        </p:txBody>
      </p:sp>
      <p:sp>
        <p:nvSpPr>
          <p:cNvPr id="396" name="PlaceHolder 3"/>
          <p:cNvSpPr>
            <a:spLocks noGrp="1"/>
          </p:cNvSpPr>
          <p:nvPr>
            <p:ph type="sldNum" idx="64"/>
          </p:nvPr>
        </p:nvSpPr>
        <p:spPr>
          <a:xfrm>
            <a:off x="3884760" y="8685360"/>
            <a:ext cx="2970360" cy="455760"/>
          </a:xfrm>
          <a:prstGeom prst="rect">
            <a:avLst/>
          </a:prstGeom>
          <a:noFill/>
          <a:ln w="0">
            <a:noFill/>
          </a:ln>
        </p:spPr>
        <p:txBody>
          <a:bodyPr lIns="91440" rIns="91440" tIns="45720" bIns="45720" anchor="b">
            <a:noAutofit/>
          </a:bodyPr>
          <a:lstStyle>
            <a:lvl1pPr indent="0" algn="r" defTabSz="457200">
              <a:lnSpc>
                <a:spcPct val="100000"/>
              </a:lnSpc>
              <a:buNone/>
              <a:tabLst>
                <a:tab algn="l" pos="0"/>
              </a:tabLst>
              <a:defRPr lang="en-US" sz="1200" b="0" u="none" strike="noStrike">
                <a:solidFill>
                  <a:schemeClr val="dk1"/>
                </a:solidFill>
                <a:effectLst/>
                <a:uFillTx/>
                <a:latin typeface="+mn-lt"/>
                <a:ea typeface="+mn-ea"/>
              </a:defRPr>
            </a:lvl1pPr>
          </a:lstStyle>
          <a:p>
            <a:pPr indent="0" algn="r" defTabSz="457200">
              <a:lnSpc>
                <a:spcPct val="100000"/>
              </a:lnSpc>
              <a:buNone/>
              <a:tabLst>
                <a:tab algn="l" pos="0"/>
              </a:tabLst>
            </a:pPr>
            <a:fld id="{8ABCB0B8-F286-4CE3-BEDE-1147E05C755A}" type="slidenum">
              <a:rPr lang="en-US" sz="1200" b="0" u="none" strike="noStrike">
                <a:solidFill>
                  <a:schemeClr val="dk1"/>
                </a:solidFill>
                <a:effectLst/>
                <a:uFillTx/>
                <a:latin typeface="+mn-lt"/>
                <a:ea typeface="+mn-ea"/>
              </a:rPr>
              <a:t>11</a:t>
            </a:fld>
            <a:endParaRPr lang="en-US" sz="1200" b="0" u="none" strike="noStrike">
              <a:solidFill>
                <a:srgbClr val="000000"/>
              </a:solidFill>
              <a:effectLst/>
              <a:uFillTx/>
              <a:latin typeface="Noto Serif"/>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8.xml"/><Relationship Id="rId2" Type="http://schemas.openxmlformats.org/officeDocument/2006/relationships/image" Target="../media/image1.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A7984341-1808-49BD-BD11-DE007E196BD2}"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0680" cy="6867720"/>
            <a:chOff x="0" y="-8640"/>
            <a:chExt cx="12190680" cy="6867720"/>
          </a:xfrm>
        </p:grpSpPr>
        <p:cxnSp>
          <p:nvCxnSpPr>
            <p:cNvPr id="32" name="Straight Connector 19"/>
            <p:cNvCxnSpPr/>
            <p:nvPr/>
          </p:nvCxnSpPr>
          <p:spPr>
            <a:xfrm>
              <a:off x="9370800" y="0"/>
              <a:ext cx="1220760" cy="6859440"/>
            </a:xfrm>
            <a:prstGeom prst="straightConnector1">
              <a:avLst/>
            </a:prstGeom>
            <a:ln cap="rnd" w="9525">
              <a:solidFill>
                <a:srgbClr val="bfbfbf"/>
              </a:solidFill>
              <a:round/>
            </a:ln>
          </p:spPr>
        </p:cxnSp>
        <p:cxnSp>
          <p:nvCxnSpPr>
            <p:cNvPr id="3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4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42" name="PlaceHolder 1"/>
          <p:cNvSpPr>
            <a:spLocks noGrp="1"/>
          </p:cNvSpPr>
          <p:nvPr>
            <p:ph type="title"/>
          </p:nvPr>
        </p:nvSpPr>
        <p:spPr>
          <a:xfrm>
            <a:off x="677160" y="1498680"/>
            <a:ext cx="3853080" cy="127692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000" b="0" u="none" strike="noStrike">
                <a:solidFill>
                  <a:schemeClr val="accent1"/>
                </a:solidFill>
                <a:effectLst/>
                <a:uFillTx/>
                <a:latin typeface="Trebuchet MS"/>
              </a:rPr>
              <a:t>Click to edit Master title style</a:t>
            </a:r>
            <a:endParaRPr lang="en-US" sz="2000" b="0" u="none" strike="noStrike">
              <a:solidFill>
                <a:srgbClr val="000000"/>
              </a:solidFill>
              <a:effectLst/>
              <a:uFillTx/>
              <a:latin typeface="Noto Serif"/>
            </a:endParaRPr>
          </a:p>
        </p:txBody>
      </p:sp>
      <p:sp>
        <p:nvSpPr>
          <p:cNvPr id="43" name="PlaceHolder 2"/>
          <p:cNvSpPr>
            <a:spLocks noGrp="1"/>
          </p:cNvSpPr>
          <p:nvPr>
            <p:ph type="body"/>
          </p:nvPr>
        </p:nvSpPr>
        <p:spPr>
          <a:xfrm>
            <a:off x="4760640" y="514800"/>
            <a:ext cx="4512240" cy="552492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44" name="PlaceHolder 3"/>
          <p:cNvSpPr>
            <a:spLocks noGrp="1"/>
          </p:cNvSpPr>
          <p:nvPr>
            <p:ph type="body"/>
          </p:nvPr>
        </p:nvSpPr>
        <p:spPr>
          <a:xfrm>
            <a:off x="677160" y="2777040"/>
            <a:ext cx="3853080" cy="258300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400" b="0" u="none" strike="noStrike">
                <a:solidFill>
                  <a:schemeClr val="dk1">
                    <a:lumMod val="75000"/>
                    <a:lumOff val="25000"/>
                  </a:schemeClr>
                </a:solidFill>
                <a:effectLst/>
                <a:uFillTx/>
                <a:latin typeface="Trebuchet MS"/>
              </a:rPr>
              <a:t>Click to edit Master text styles</a:t>
            </a:r>
            <a:endParaRPr lang="en-US" sz="1400" b="0" u="none" strike="noStrike">
              <a:solidFill>
                <a:srgbClr val="000000"/>
              </a:solidFill>
              <a:effectLst/>
              <a:uFillTx/>
              <a:latin typeface="Noto Serif"/>
            </a:endParaRPr>
          </a:p>
        </p:txBody>
      </p:sp>
      <p:sp>
        <p:nvSpPr>
          <p:cNvPr id="45" name="PlaceHolder 4"/>
          <p:cNvSpPr>
            <a:spLocks noGrp="1"/>
          </p:cNvSpPr>
          <p:nvPr>
            <p:ph type="dt" idx="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46" name="PlaceHolder 5"/>
          <p:cNvSpPr>
            <a:spLocks noGrp="1"/>
          </p:cNvSpPr>
          <p:nvPr>
            <p:ph type="ftr" idx="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47" name="PlaceHolder 6"/>
          <p:cNvSpPr>
            <a:spLocks noGrp="1"/>
          </p:cNvSpPr>
          <p:nvPr>
            <p:ph type="sldNum" idx="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FD9198C-21A8-46F4-8148-727CB04467E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8" name="Group 6"/>
          <p:cNvGrpSpPr/>
          <p:nvPr/>
        </p:nvGrpSpPr>
        <p:grpSpPr>
          <a:xfrm>
            <a:off x="0" y="-8640"/>
            <a:ext cx="12190680" cy="6867720"/>
            <a:chOff x="0" y="-8640"/>
            <a:chExt cx="12190680" cy="6867720"/>
          </a:xfrm>
        </p:grpSpPr>
        <p:cxnSp>
          <p:nvCxnSpPr>
            <p:cNvPr id="49" name="Straight Connector 19"/>
            <p:cNvCxnSpPr/>
            <p:nvPr/>
          </p:nvCxnSpPr>
          <p:spPr>
            <a:xfrm>
              <a:off x="9370800" y="0"/>
              <a:ext cx="1220760" cy="6859440"/>
            </a:xfrm>
            <a:prstGeom prst="straightConnector1">
              <a:avLst/>
            </a:prstGeom>
            <a:ln cap="rnd" w="9525">
              <a:solidFill>
                <a:srgbClr val="bfbfbf"/>
              </a:solidFill>
              <a:round/>
            </a:ln>
          </p:spPr>
        </p:cxnSp>
        <p:cxnSp>
          <p:nvCxnSpPr>
            <p:cNvPr id="5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5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5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59" name="PlaceHolder 1"/>
          <p:cNvSpPr>
            <a:spLocks noGrp="1"/>
          </p:cNvSpPr>
          <p:nvPr>
            <p:ph type="title"/>
          </p:nvPr>
        </p:nvSpPr>
        <p:spPr>
          <a:xfrm>
            <a:off x="677160" y="4800600"/>
            <a:ext cx="8595360" cy="56520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2400" b="0" u="none" strike="noStrike">
                <a:solidFill>
                  <a:schemeClr val="accent1"/>
                </a:solidFill>
                <a:effectLst/>
                <a:uFillTx/>
                <a:latin typeface="Trebuchet MS"/>
              </a:rPr>
              <a:t>Click to edit Master title style</a:t>
            </a:r>
            <a:endParaRPr lang="en-US" sz="2400" b="0" u="none" strike="noStrike">
              <a:solidFill>
                <a:srgbClr val="000000"/>
              </a:solidFill>
              <a:effectLst/>
              <a:uFillTx/>
              <a:latin typeface="Noto Serif"/>
            </a:endParaRPr>
          </a:p>
        </p:txBody>
      </p:sp>
      <p:sp>
        <p:nvSpPr>
          <p:cNvPr id="60" name="PlaceHolder 2"/>
          <p:cNvSpPr>
            <a:spLocks noGrp="1"/>
          </p:cNvSpPr>
          <p:nvPr>
            <p:ph type="body"/>
          </p:nvPr>
        </p:nvSpPr>
        <p:spPr>
          <a:xfrm>
            <a:off x="677160" y="609480"/>
            <a:ext cx="8595360" cy="3844440"/>
          </a:xfrm>
          <a:prstGeom prst="rect">
            <a:avLst/>
          </a:prstGeom>
          <a:noFill/>
          <a:ln w="0">
            <a:noFill/>
          </a:ln>
        </p:spPr>
        <p:txBody>
          <a:bodyPr lIns="90000" rIns="90000" tIns="45000" bIns="45000" anchor="t">
            <a:normAutofit/>
          </a:bodyPr>
          <a:p>
            <a:pPr indent="0" algn="ctr" defTabSz="457200">
              <a:lnSpc>
                <a:spcPct val="100000"/>
              </a:lnSpc>
              <a:buNone/>
              <a:tabLst>
                <a:tab algn="l" pos="0"/>
              </a:tabLst>
            </a:pPr>
            <a:r>
              <a:rPr lang="en-US" sz="1600" b="0" u="none" strike="noStrike">
                <a:solidFill>
                  <a:schemeClr val="dk1"/>
                </a:solidFill>
                <a:effectLst/>
                <a:uFillTx/>
                <a:latin typeface="Trebuchet MS"/>
              </a:rPr>
              <a:t>Click icon to add picture</a:t>
            </a:r>
            <a:endParaRPr lang="en-US" sz="1600" b="0" u="none" strike="noStrike">
              <a:solidFill>
                <a:srgbClr val="000000"/>
              </a:solidFill>
              <a:effectLst/>
              <a:uFillTx/>
              <a:latin typeface="Noto Serif"/>
            </a:endParaRPr>
          </a:p>
        </p:txBody>
      </p:sp>
      <p:sp>
        <p:nvSpPr>
          <p:cNvPr id="61" name="PlaceHolder 3"/>
          <p:cNvSpPr>
            <a:spLocks noGrp="1"/>
          </p:cNvSpPr>
          <p:nvPr>
            <p:ph type="body"/>
          </p:nvPr>
        </p:nvSpPr>
        <p:spPr>
          <a:xfrm>
            <a:off x="677160" y="5367240"/>
            <a:ext cx="8595360" cy="67248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200" b="0" u="none" strike="noStrike">
                <a:solidFill>
                  <a:schemeClr val="dk1">
                    <a:lumMod val="75000"/>
                    <a:lumOff val="25000"/>
                  </a:schemeClr>
                </a:solidFill>
                <a:effectLst/>
                <a:uFillTx/>
                <a:latin typeface="Trebuchet MS"/>
              </a:rPr>
              <a:t>Click to edit Master text styles</a:t>
            </a:r>
            <a:endParaRPr lang="en-US" sz="1200" b="0" u="none" strike="noStrike">
              <a:solidFill>
                <a:srgbClr val="000000"/>
              </a:solidFill>
              <a:effectLst/>
              <a:uFillTx/>
              <a:latin typeface="Noto Serif"/>
            </a:endParaRPr>
          </a:p>
        </p:txBody>
      </p:sp>
      <p:sp>
        <p:nvSpPr>
          <p:cNvPr id="62" name="PlaceHolder 4"/>
          <p:cNvSpPr>
            <a:spLocks noGrp="1"/>
          </p:cNvSpPr>
          <p:nvPr>
            <p:ph type="dt" idx="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63" name="PlaceHolder 5"/>
          <p:cNvSpPr>
            <a:spLocks noGrp="1"/>
          </p:cNvSpPr>
          <p:nvPr>
            <p:ph type="ftr" idx="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64" name="PlaceHolder 6"/>
          <p:cNvSpPr>
            <a:spLocks noGrp="1"/>
          </p:cNvSpPr>
          <p:nvPr>
            <p:ph type="sldNum" idx="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C38367A-78F3-4216-822B-6A730A285F1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5" name="Group 6"/>
          <p:cNvGrpSpPr/>
          <p:nvPr/>
        </p:nvGrpSpPr>
        <p:grpSpPr>
          <a:xfrm>
            <a:off x="0" y="-8640"/>
            <a:ext cx="12190680" cy="6867720"/>
            <a:chOff x="0" y="-8640"/>
            <a:chExt cx="12190680" cy="6867720"/>
          </a:xfrm>
        </p:grpSpPr>
        <p:cxnSp>
          <p:nvCxnSpPr>
            <p:cNvPr id="66" name="Straight Connector 19"/>
            <p:cNvCxnSpPr/>
            <p:nvPr/>
          </p:nvCxnSpPr>
          <p:spPr>
            <a:xfrm>
              <a:off x="9370800" y="0"/>
              <a:ext cx="1220760" cy="6859440"/>
            </a:xfrm>
            <a:prstGeom prst="straightConnector1">
              <a:avLst/>
            </a:prstGeom>
            <a:ln cap="rnd" w="9525">
              <a:solidFill>
                <a:srgbClr val="bfbfbf"/>
              </a:solidFill>
              <a:round/>
            </a:ln>
          </p:spPr>
        </p:cxnSp>
        <p:cxnSp>
          <p:nvCxnSpPr>
            <p:cNvPr id="6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6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7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76" name="PlaceHolder 1"/>
          <p:cNvSpPr>
            <a:spLocks noGrp="1"/>
          </p:cNvSpPr>
          <p:nvPr>
            <p:ph type="title"/>
          </p:nvPr>
        </p:nvSpPr>
        <p:spPr>
          <a:xfrm>
            <a:off x="677160" y="609480"/>
            <a:ext cx="8595360" cy="340200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77" name="PlaceHolder 2"/>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78" name="PlaceHolder 3"/>
          <p:cNvSpPr>
            <a:spLocks noGrp="1"/>
          </p:cNvSpPr>
          <p:nvPr>
            <p:ph type="dt" idx="1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79" name="PlaceHolder 4"/>
          <p:cNvSpPr>
            <a:spLocks noGrp="1"/>
          </p:cNvSpPr>
          <p:nvPr>
            <p:ph type="ftr" idx="1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80" name="PlaceHolder 5"/>
          <p:cNvSpPr>
            <a:spLocks noGrp="1"/>
          </p:cNvSpPr>
          <p:nvPr>
            <p:ph type="sldNum" idx="1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7A820DA4-6A13-4077-B0CC-ADB9DB7C62A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with Capti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81" name="Group 6"/>
          <p:cNvGrpSpPr/>
          <p:nvPr/>
        </p:nvGrpSpPr>
        <p:grpSpPr>
          <a:xfrm>
            <a:off x="0" y="-8640"/>
            <a:ext cx="12190680" cy="6867720"/>
            <a:chOff x="0" y="-8640"/>
            <a:chExt cx="12190680" cy="6867720"/>
          </a:xfrm>
        </p:grpSpPr>
        <p:cxnSp>
          <p:nvCxnSpPr>
            <p:cNvPr id="82" name="Straight Connector 19"/>
            <p:cNvCxnSpPr/>
            <p:nvPr/>
          </p:nvCxnSpPr>
          <p:spPr>
            <a:xfrm>
              <a:off x="9370800" y="0"/>
              <a:ext cx="1220760" cy="6859440"/>
            </a:xfrm>
            <a:prstGeom prst="straightConnector1">
              <a:avLst/>
            </a:prstGeom>
            <a:ln cap="rnd" w="9525">
              <a:solidFill>
                <a:srgbClr val="bfbfbf"/>
              </a:solidFill>
              <a:round/>
            </a:ln>
          </p:spPr>
        </p:cxnSp>
        <p:cxnSp>
          <p:nvCxnSpPr>
            <p:cNvPr id="8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8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8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9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92"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93" name="PlaceHolder 2"/>
          <p:cNvSpPr>
            <a:spLocks noGrp="1"/>
          </p:cNvSpPr>
          <p:nvPr>
            <p:ph type="body"/>
          </p:nvPr>
        </p:nvSpPr>
        <p:spPr>
          <a:xfrm>
            <a:off x="1366200" y="3632040"/>
            <a:ext cx="7223040" cy="379440"/>
          </a:xfrm>
          <a:prstGeom prst="rect">
            <a:avLst/>
          </a:prstGeom>
          <a:noFill/>
          <a:ln w="0">
            <a:noFill/>
          </a:ln>
        </p:spPr>
        <p:txBody>
          <a:bodyPr lIns="91440" rIns="91440" tIns="45720" bIns="45720" anchor="ctr">
            <a:noAutofit/>
          </a:bodyPr>
          <a:p>
            <a:pPr indent="0" defTabSz="457200">
              <a:lnSpc>
                <a:spcPct val="100000"/>
              </a:lnSpc>
              <a:spcBef>
                <a:spcPts val="1001"/>
              </a:spcBef>
              <a:buNone/>
              <a:tabLst>
                <a:tab algn="l" pos="0"/>
              </a:tabLst>
            </a:pPr>
            <a:r>
              <a:rPr lang="en-US" sz="1600" b="0" u="none" strike="noStrike">
                <a:solidFill>
                  <a:schemeClr val="dk1">
                    <a:lumMod val="50000"/>
                    <a:lumOff val="50000"/>
                  </a:schemeClr>
                </a:solidFill>
                <a:effectLst/>
                <a:uFillTx/>
                <a:latin typeface="Trebuchet MS"/>
              </a:rPr>
              <a:t>Click to edit Master text styles</a:t>
            </a:r>
            <a:endParaRPr lang="en-US" sz="1600" b="0" u="none" strike="noStrike">
              <a:solidFill>
                <a:srgbClr val="000000"/>
              </a:solidFill>
              <a:effectLst/>
              <a:uFillTx/>
              <a:latin typeface="Noto Serif"/>
            </a:endParaRPr>
          </a:p>
        </p:txBody>
      </p:sp>
      <p:sp>
        <p:nvSpPr>
          <p:cNvPr id="94" name="PlaceHolder 3"/>
          <p:cNvSpPr>
            <a:spLocks noGrp="1"/>
          </p:cNvSpPr>
          <p:nvPr>
            <p:ph type="body"/>
          </p:nvPr>
        </p:nvSpPr>
        <p:spPr>
          <a:xfrm>
            <a:off x="677160" y="4470480"/>
            <a:ext cx="8595360" cy="1569600"/>
          </a:xfrm>
          <a:prstGeom prst="rect">
            <a:avLst/>
          </a:prstGeom>
          <a:noFill/>
          <a:ln w="0">
            <a:noFill/>
          </a:ln>
        </p:spPr>
        <p:txBody>
          <a:bodyPr lIns="91440" rIns="91440" tIns="45720" bIns="45720" anchor="ctr">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95" name="PlaceHolder 4"/>
          <p:cNvSpPr>
            <a:spLocks noGrp="1"/>
          </p:cNvSpPr>
          <p:nvPr>
            <p:ph type="dt" idx="13"/>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96" name="PlaceHolder 5"/>
          <p:cNvSpPr>
            <a:spLocks noGrp="1"/>
          </p:cNvSpPr>
          <p:nvPr>
            <p:ph type="ftr" idx="14"/>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97" name="PlaceHolder 6"/>
          <p:cNvSpPr>
            <a:spLocks noGrp="1"/>
          </p:cNvSpPr>
          <p:nvPr>
            <p:ph type="sldNum" idx="15"/>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E28D1E05-EED9-4AC7-A3DA-9265E13795B4}"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98" name="TextBox 19"/>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99" name="TextBox 21"/>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00" name="Group 6"/>
          <p:cNvGrpSpPr/>
          <p:nvPr/>
        </p:nvGrpSpPr>
        <p:grpSpPr>
          <a:xfrm>
            <a:off x="0" y="-8640"/>
            <a:ext cx="12190680" cy="6867720"/>
            <a:chOff x="0" y="-8640"/>
            <a:chExt cx="12190680" cy="6867720"/>
          </a:xfrm>
        </p:grpSpPr>
        <p:cxnSp>
          <p:nvCxnSpPr>
            <p:cNvPr id="101" name="Straight Connector 19"/>
            <p:cNvCxnSpPr/>
            <p:nvPr/>
          </p:nvCxnSpPr>
          <p:spPr>
            <a:xfrm>
              <a:off x="9370800" y="0"/>
              <a:ext cx="1220760" cy="6859440"/>
            </a:xfrm>
            <a:prstGeom prst="straightConnector1">
              <a:avLst/>
            </a:prstGeom>
            <a:ln cap="rnd" w="9525">
              <a:solidFill>
                <a:srgbClr val="bfbfbf"/>
              </a:solidFill>
              <a:round/>
            </a:ln>
          </p:spPr>
        </p:cxnSp>
        <p:cxnSp>
          <p:nvCxnSpPr>
            <p:cNvPr id="1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11" name="PlaceHolder 1"/>
          <p:cNvSpPr>
            <a:spLocks noGrp="1"/>
          </p:cNvSpPr>
          <p:nvPr>
            <p:ph type="title"/>
          </p:nvPr>
        </p:nvSpPr>
        <p:spPr>
          <a:xfrm>
            <a:off x="677160" y="1932120"/>
            <a:ext cx="8595360" cy="2594160"/>
          </a:xfrm>
          <a:prstGeom prst="rect">
            <a:avLst/>
          </a:prstGeom>
          <a:noFill/>
          <a:ln w="0">
            <a:noFill/>
          </a:ln>
        </p:spPr>
        <p:txBody>
          <a:bodyPr lIns="91440" rIns="91440" tIns="45720" bIns="45720" anchor="b">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12" name="PlaceHolder 2"/>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13" name="PlaceHolder 3"/>
          <p:cNvSpPr>
            <a:spLocks noGrp="1"/>
          </p:cNvSpPr>
          <p:nvPr>
            <p:ph type="dt" idx="16"/>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14" name="PlaceHolder 4"/>
          <p:cNvSpPr>
            <a:spLocks noGrp="1"/>
          </p:cNvSpPr>
          <p:nvPr>
            <p:ph type="ftr" idx="17"/>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15" name="PlaceHolder 5"/>
          <p:cNvSpPr>
            <a:spLocks noGrp="1"/>
          </p:cNvSpPr>
          <p:nvPr>
            <p:ph type="sldNum" idx="18"/>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6B5C97E-2B8E-4DD9-AC40-BC34A759A62F}"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Quote Name Car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6" name="Group 6"/>
          <p:cNvGrpSpPr/>
          <p:nvPr/>
        </p:nvGrpSpPr>
        <p:grpSpPr>
          <a:xfrm>
            <a:off x="0" y="-8640"/>
            <a:ext cx="12190680" cy="6867720"/>
            <a:chOff x="0" y="-8640"/>
            <a:chExt cx="12190680" cy="6867720"/>
          </a:xfrm>
        </p:grpSpPr>
        <p:cxnSp>
          <p:nvCxnSpPr>
            <p:cNvPr id="117" name="Straight Connector 19"/>
            <p:cNvCxnSpPr/>
            <p:nvPr/>
          </p:nvCxnSpPr>
          <p:spPr>
            <a:xfrm>
              <a:off x="9370800" y="0"/>
              <a:ext cx="1220760" cy="6859440"/>
            </a:xfrm>
            <a:prstGeom prst="straightConnector1">
              <a:avLst/>
            </a:prstGeom>
            <a:ln cap="rnd" w="9525">
              <a:solidFill>
                <a:srgbClr val="bfbfbf"/>
              </a:solidFill>
              <a:round/>
            </a:ln>
          </p:spPr>
        </p:cxnSp>
        <p:cxnSp>
          <p:nvCxnSpPr>
            <p:cNvPr id="11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1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2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27" name="PlaceHolder 1"/>
          <p:cNvSpPr>
            <a:spLocks noGrp="1"/>
          </p:cNvSpPr>
          <p:nvPr>
            <p:ph type="title"/>
          </p:nvPr>
        </p:nvSpPr>
        <p:spPr>
          <a:xfrm>
            <a:off x="931320" y="609480"/>
            <a:ext cx="809280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Master title style</a:t>
            </a:r>
            <a:endParaRPr lang="en-US" sz="4400" b="0" u="none" strike="noStrike">
              <a:solidFill>
                <a:srgbClr val="000000"/>
              </a:solidFill>
              <a:effectLst/>
              <a:uFillTx/>
              <a:latin typeface="Noto Serif"/>
            </a:endParaRPr>
          </a:p>
        </p:txBody>
      </p:sp>
      <p:sp>
        <p:nvSpPr>
          <p:cNvPr id="128"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29"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30" name="PlaceHolder 4"/>
          <p:cNvSpPr>
            <a:spLocks noGrp="1"/>
          </p:cNvSpPr>
          <p:nvPr>
            <p:ph type="dt" idx="1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31" name="PlaceHolder 5"/>
          <p:cNvSpPr>
            <a:spLocks noGrp="1"/>
          </p:cNvSpPr>
          <p:nvPr>
            <p:ph type="ftr" idx="2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32" name="PlaceHolder 6"/>
          <p:cNvSpPr>
            <a:spLocks noGrp="1"/>
          </p:cNvSpPr>
          <p:nvPr>
            <p:ph type="sldNum" idx="2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EB0E52E-46F7-4C7D-9321-B76E61B93DCC}"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133" name="TextBox 23"/>
          <p:cNvSpPr/>
          <p:nvPr/>
        </p:nvSpPr>
        <p:spPr>
          <a:xfrm>
            <a:off x="541800" y="79020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
        <p:nvSpPr>
          <p:cNvPr id="134" name="TextBox 24"/>
          <p:cNvSpPr/>
          <p:nvPr/>
        </p:nvSpPr>
        <p:spPr>
          <a:xfrm>
            <a:off x="8893080" y="2886480"/>
            <a:ext cx="608040" cy="583200"/>
          </a:xfrm>
          <a:prstGeom prst="rect">
            <a:avLst/>
          </a:prstGeom>
          <a:noFill/>
          <a:ln w="0">
            <a:noFill/>
          </a:ln>
        </p:spPr>
        <p:style>
          <a:lnRef idx="0"/>
          <a:fillRef idx="0"/>
          <a:effectRef idx="0"/>
          <a:fontRef idx="minor"/>
        </p:style>
        <p:txBody>
          <a:bodyPr lIns="90000" rIns="90000" tIns="45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rPr>
              <a:t>”</a:t>
            </a:r>
            <a:endParaRPr lang="en-US" sz="8000" b="0" u="none" strike="noStrike">
              <a:solidFill>
                <a:srgbClr val="000000"/>
              </a:solidFill>
              <a:effectLst/>
              <a:uFillTx/>
              <a:latin typeface="Noto Serif"/>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rue or False">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5" name="Group 6"/>
          <p:cNvGrpSpPr/>
          <p:nvPr/>
        </p:nvGrpSpPr>
        <p:grpSpPr>
          <a:xfrm>
            <a:off x="0" y="-8640"/>
            <a:ext cx="12190680" cy="6867720"/>
            <a:chOff x="0" y="-8640"/>
            <a:chExt cx="12190680" cy="6867720"/>
          </a:xfrm>
        </p:grpSpPr>
        <p:cxnSp>
          <p:nvCxnSpPr>
            <p:cNvPr id="136" name="Straight Connector 19"/>
            <p:cNvCxnSpPr/>
            <p:nvPr/>
          </p:nvCxnSpPr>
          <p:spPr>
            <a:xfrm>
              <a:off x="9370800" y="0"/>
              <a:ext cx="1220760" cy="6859440"/>
            </a:xfrm>
            <a:prstGeom prst="straightConnector1">
              <a:avLst/>
            </a:prstGeom>
            <a:ln cap="rnd" w="9525">
              <a:solidFill>
                <a:srgbClr val="bfbfbf"/>
              </a:solidFill>
              <a:round/>
            </a:ln>
          </p:spPr>
        </p:cxnSp>
        <p:cxnSp>
          <p:nvCxnSpPr>
            <p:cNvPr id="13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3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3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4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4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46" name="PlaceHolder 1"/>
          <p:cNvSpPr>
            <a:spLocks noGrp="1"/>
          </p:cNvSpPr>
          <p:nvPr>
            <p:ph type="title"/>
          </p:nvPr>
        </p:nvSpPr>
        <p:spPr>
          <a:xfrm>
            <a:off x="685800" y="609480"/>
            <a:ext cx="8586720" cy="3021120"/>
          </a:xfrm>
          <a:prstGeom prst="rect">
            <a:avLst/>
          </a:prstGeom>
          <a:noFill/>
          <a:ln w="0">
            <a:noFill/>
          </a:ln>
        </p:spPr>
        <p:txBody>
          <a:bodyPr lIns="91440" rIns="91440" tIns="45720" bIns="45720" anchor="ctr">
            <a:normAutofit/>
          </a:bodyPr>
          <a:p>
            <a:pPr indent="0" defTabSz="457200">
              <a:lnSpc>
                <a:spcPct val="100000"/>
              </a:lnSpc>
              <a:buNone/>
              <a:tabLst>
                <a:tab algn="l" pos="0"/>
              </a:tabLst>
            </a:pPr>
            <a:r>
              <a:rPr lang="en-US" sz="4400" b="0" u="none" strike="noStrike">
                <a:solidFill>
                  <a:schemeClr val="accent1"/>
                </a:solidFill>
                <a:effectLst/>
                <a:uFillTx/>
                <a:latin typeface="Trebuchet MS"/>
              </a:rPr>
              <a:t>Click to edit </a:t>
            </a:r>
            <a:r>
              <a:rPr lang="en-US" sz="4400" b="0" u="none" strike="noStrike">
                <a:solidFill>
                  <a:schemeClr val="accent1"/>
                </a:solidFill>
                <a:effectLst/>
                <a:uFillTx/>
                <a:latin typeface="Trebuchet MS"/>
              </a:rPr>
              <a:t>Master title </a:t>
            </a:r>
            <a:r>
              <a:rPr lang="en-US" sz="4400" b="0" u="none" strike="noStrike">
                <a:solidFill>
                  <a:schemeClr val="accent1"/>
                </a:solidFill>
                <a:effectLst/>
                <a:uFillTx/>
                <a:latin typeface="Trebuchet MS"/>
              </a:rPr>
              <a:t>style</a:t>
            </a:r>
            <a:endParaRPr lang="en-US" sz="4400" b="0" u="none" strike="noStrike">
              <a:solidFill>
                <a:srgbClr val="000000"/>
              </a:solidFill>
              <a:effectLst/>
              <a:uFillTx/>
              <a:latin typeface="Noto Serif"/>
            </a:endParaRPr>
          </a:p>
        </p:txBody>
      </p:sp>
      <p:sp>
        <p:nvSpPr>
          <p:cNvPr id="147" name="PlaceHolder 2"/>
          <p:cNvSpPr>
            <a:spLocks noGrp="1"/>
          </p:cNvSpPr>
          <p:nvPr>
            <p:ph type="body"/>
          </p:nvPr>
        </p:nvSpPr>
        <p:spPr>
          <a:xfrm>
            <a:off x="677160" y="4013280"/>
            <a:ext cx="8595360" cy="51264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accent1"/>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148" name="PlaceHolder 3"/>
          <p:cNvSpPr>
            <a:spLocks noGrp="1"/>
          </p:cNvSpPr>
          <p:nvPr>
            <p:ph type="body"/>
          </p:nvPr>
        </p:nvSpPr>
        <p:spPr>
          <a:xfrm>
            <a:off x="677160" y="4527360"/>
            <a:ext cx="8595360" cy="1512360"/>
          </a:xfrm>
          <a:prstGeom prst="rect">
            <a:avLst/>
          </a:prstGeom>
          <a:noFill/>
          <a:ln w="0">
            <a:noFill/>
          </a:ln>
        </p:spPr>
        <p:txBody>
          <a:bodyPr lIns="91440" rIns="91440" tIns="45720" bIns="45720" anchor="t">
            <a:normAutofit/>
          </a:bodyPr>
          <a:p>
            <a:pPr indent="0" defTabSz="457200">
              <a:lnSpc>
                <a:spcPct val="100000"/>
              </a:lnSpc>
              <a:spcBef>
                <a:spcPts val="1001"/>
              </a:spcBef>
              <a:buNone/>
              <a:tabLst>
                <a:tab algn="l" pos="0"/>
              </a:tabLst>
            </a:pPr>
            <a:r>
              <a:rPr lang="en-US" sz="1800" b="0" u="none" strike="noStrike">
                <a:solidFill>
                  <a:schemeClr val="dk1">
                    <a:lumMod val="50000"/>
                    <a:lumOff val="50000"/>
                  </a:schemeClr>
                </a:solidFill>
                <a:effectLst/>
                <a:uFillTx/>
                <a:latin typeface="Trebuchet MS"/>
              </a:rPr>
              <a:t>Click to edit Master text styles</a:t>
            </a:r>
            <a:endParaRPr lang="en-US" sz="1800" b="0" u="none" strike="noStrike">
              <a:solidFill>
                <a:srgbClr val="000000"/>
              </a:solidFill>
              <a:effectLst/>
              <a:uFillTx/>
              <a:latin typeface="Noto Serif"/>
            </a:endParaRPr>
          </a:p>
        </p:txBody>
      </p:sp>
      <p:sp>
        <p:nvSpPr>
          <p:cNvPr id="149" name="PlaceHolder 4"/>
          <p:cNvSpPr>
            <a:spLocks noGrp="1"/>
          </p:cNvSpPr>
          <p:nvPr>
            <p:ph type="dt" idx="2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50" name="PlaceHolder 5"/>
          <p:cNvSpPr>
            <a:spLocks noGrp="1"/>
          </p:cNvSpPr>
          <p:nvPr>
            <p:ph type="ftr" idx="2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51" name="PlaceHolder 6"/>
          <p:cNvSpPr>
            <a:spLocks noGrp="1"/>
          </p:cNvSpPr>
          <p:nvPr>
            <p:ph type="sldNum" idx="2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5367F8A4-8E72-4D39-8D99-DA1558A1DB6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2" name="Group 6"/>
          <p:cNvGrpSpPr/>
          <p:nvPr/>
        </p:nvGrpSpPr>
        <p:grpSpPr>
          <a:xfrm>
            <a:off x="0" y="-8640"/>
            <a:ext cx="12190680" cy="6867720"/>
            <a:chOff x="0" y="-8640"/>
            <a:chExt cx="12190680" cy="6867720"/>
          </a:xfrm>
        </p:grpSpPr>
        <p:cxnSp>
          <p:nvCxnSpPr>
            <p:cNvPr id="153" name="Straight Connector 19"/>
            <p:cNvCxnSpPr/>
            <p:nvPr/>
          </p:nvCxnSpPr>
          <p:spPr>
            <a:xfrm>
              <a:off x="9370800" y="0"/>
              <a:ext cx="1220760" cy="6859440"/>
            </a:xfrm>
            <a:prstGeom prst="straightConnector1">
              <a:avLst/>
            </a:prstGeom>
            <a:ln cap="rnd" w="9525">
              <a:solidFill>
                <a:srgbClr val="bfbfbf"/>
              </a:solidFill>
              <a:round/>
            </a:ln>
          </p:spPr>
        </p:cxnSp>
        <p:cxnSp>
          <p:nvCxnSpPr>
            <p:cNvPr id="15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5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5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5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6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63"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64"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65" name="PlaceHolder 3"/>
          <p:cNvSpPr>
            <a:spLocks noGrp="1"/>
          </p:cNvSpPr>
          <p:nvPr>
            <p:ph type="dt" idx="2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66" name="PlaceHolder 4"/>
          <p:cNvSpPr>
            <a:spLocks noGrp="1"/>
          </p:cNvSpPr>
          <p:nvPr>
            <p:ph type="ftr" idx="2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67" name="PlaceHolder 5"/>
          <p:cNvSpPr>
            <a:spLocks noGrp="1"/>
          </p:cNvSpPr>
          <p:nvPr>
            <p:ph type="sldNum" idx="2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789C17F-3D73-4304-A184-74BB51F7AF0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8" name="Group 6"/>
          <p:cNvGrpSpPr/>
          <p:nvPr/>
        </p:nvGrpSpPr>
        <p:grpSpPr>
          <a:xfrm>
            <a:off x="0" y="-8640"/>
            <a:ext cx="12190680" cy="6867720"/>
            <a:chOff x="0" y="-8640"/>
            <a:chExt cx="12190680" cy="6867720"/>
          </a:xfrm>
        </p:grpSpPr>
        <p:cxnSp>
          <p:nvCxnSpPr>
            <p:cNvPr id="169" name="Straight Connector 19"/>
            <p:cNvCxnSpPr/>
            <p:nvPr/>
          </p:nvCxnSpPr>
          <p:spPr>
            <a:xfrm>
              <a:off x="9370800" y="0"/>
              <a:ext cx="1220760" cy="6859440"/>
            </a:xfrm>
            <a:prstGeom prst="straightConnector1">
              <a:avLst/>
            </a:prstGeom>
            <a:ln cap="rnd" w="9525">
              <a:solidFill>
                <a:srgbClr val="bfbfbf"/>
              </a:solidFill>
              <a:round/>
            </a:ln>
          </p:spPr>
        </p:cxnSp>
        <p:cxnSp>
          <p:nvCxnSpPr>
            <p:cNvPr id="1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79" name="PlaceHolder 1"/>
          <p:cNvSpPr>
            <a:spLocks noGrp="1"/>
          </p:cNvSpPr>
          <p:nvPr>
            <p:ph type="title"/>
          </p:nvPr>
        </p:nvSpPr>
        <p:spPr>
          <a:xfrm>
            <a:off x="7967520" y="609480"/>
            <a:ext cx="1303200" cy="5249880"/>
          </a:xfrm>
          <a:prstGeom prst="rect">
            <a:avLst/>
          </a:prstGeom>
          <a:noFill/>
          <a:ln w="0">
            <a:noFill/>
          </a:ln>
        </p:spPr>
        <p:txBody>
          <a:bodyPr lIns="91440" rIns="91440" tIns="45720" bIns="45720" anchor="ctr" vert="eaVe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180" name="PlaceHolder 2"/>
          <p:cNvSpPr>
            <a:spLocks noGrp="1"/>
          </p:cNvSpPr>
          <p:nvPr>
            <p:ph type="body"/>
          </p:nvPr>
        </p:nvSpPr>
        <p:spPr>
          <a:xfrm>
            <a:off x="677160" y="609480"/>
            <a:ext cx="7058880" cy="5249880"/>
          </a:xfrm>
          <a:prstGeom prst="rect">
            <a:avLst/>
          </a:prstGeom>
          <a:noFill/>
          <a:ln w="0">
            <a:noFill/>
          </a:ln>
        </p:spPr>
        <p:txBody>
          <a:bodyPr lIns="91440" rIns="91440" tIns="45720" bIns="45720" anchor="t" vert="eaVe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181" name="PlaceHolder 3"/>
          <p:cNvSpPr>
            <a:spLocks noGrp="1"/>
          </p:cNvSpPr>
          <p:nvPr>
            <p:ph type="dt" idx="2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82" name="PlaceHolder 4"/>
          <p:cNvSpPr>
            <a:spLocks noGrp="1"/>
          </p:cNvSpPr>
          <p:nvPr>
            <p:ph type="ftr" idx="2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83" name="PlaceHolder 5"/>
          <p:cNvSpPr>
            <a:spLocks noGrp="1"/>
          </p:cNvSpPr>
          <p:nvPr>
            <p:ph type="sldNum" idx="3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BAA22DA-BB10-49DB-A0B7-9934E65E5D6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4" name="Group 6"/>
          <p:cNvGrpSpPr/>
          <p:nvPr/>
        </p:nvGrpSpPr>
        <p:grpSpPr>
          <a:xfrm>
            <a:off x="0" y="-8640"/>
            <a:ext cx="12190680" cy="6867720"/>
            <a:chOff x="0" y="-8640"/>
            <a:chExt cx="12190680" cy="6867720"/>
          </a:xfrm>
        </p:grpSpPr>
        <p:cxnSp>
          <p:nvCxnSpPr>
            <p:cNvPr id="185" name="Straight Connector 19"/>
            <p:cNvCxnSpPr/>
            <p:nvPr/>
          </p:nvCxnSpPr>
          <p:spPr>
            <a:xfrm>
              <a:off x="9370800" y="0"/>
              <a:ext cx="1220760" cy="6859440"/>
            </a:xfrm>
            <a:prstGeom prst="straightConnector1">
              <a:avLst/>
            </a:prstGeom>
            <a:ln cap="rnd" w="9525">
              <a:solidFill>
                <a:srgbClr val="bfbfbf"/>
              </a:solidFill>
              <a:round/>
            </a:ln>
          </p:spPr>
        </p:cxnSp>
        <p:cxnSp>
          <p:nvCxnSpPr>
            <p:cNvPr id="186"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87"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8"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9"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0"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1"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2"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3"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94"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195" name="PlaceHolder 1"/>
          <p:cNvSpPr>
            <a:spLocks noGrp="1"/>
          </p:cNvSpPr>
          <p:nvPr>
            <p:ph type="title"/>
          </p:nvPr>
        </p:nvSpPr>
        <p:spPr>
          <a:xfrm>
            <a:off x="677160" y="2700720"/>
            <a:ext cx="8595360" cy="1825200"/>
          </a:xfrm>
          <a:prstGeom prst="rect">
            <a:avLst/>
          </a:prstGeom>
          <a:noFill/>
          <a:ln w="0">
            <a:noFill/>
          </a:ln>
        </p:spPr>
        <p:txBody>
          <a:bodyPr lIns="91440" rIns="91440" tIns="45720" bIns="45720" anchor="b">
            <a:noAutofit/>
          </a:bodyPr>
          <a:p>
            <a:pPr indent="0" defTabSz="457200">
              <a:lnSpc>
                <a:spcPct val="100000"/>
              </a:lnSpc>
              <a:buNone/>
              <a:tabLst>
                <a:tab algn="l" pos="0"/>
              </a:tabLst>
            </a:pPr>
            <a:r>
              <a:rPr lang="en-US" sz="4000" b="0" u="none" strike="noStrike">
                <a:solidFill>
                  <a:schemeClr val="accent1"/>
                </a:solidFill>
                <a:effectLst/>
                <a:uFillTx/>
                <a:latin typeface="Trebuchet MS"/>
              </a:rPr>
              <a:t>Click to edit Master title style</a:t>
            </a:r>
            <a:endParaRPr lang="en-US" sz="4000" b="0" u="none" strike="noStrike">
              <a:solidFill>
                <a:srgbClr val="000000"/>
              </a:solidFill>
              <a:effectLst/>
              <a:uFillTx/>
              <a:latin typeface="Noto Serif"/>
            </a:endParaRPr>
          </a:p>
        </p:txBody>
      </p:sp>
      <p:sp>
        <p:nvSpPr>
          <p:cNvPr id="196" name="PlaceHolder 2"/>
          <p:cNvSpPr>
            <a:spLocks noGrp="1"/>
          </p:cNvSpPr>
          <p:nvPr>
            <p:ph type="body"/>
          </p:nvPr>
        </p:nvSpPr>
        <p:spPr>
          <a:xfrm>
            <a:off x="677160" y="4527360"/>
            <a:ext cx="8595360" cy="858960"/>
          </a:xfrm>
          <a:prstGeom prst="rect">
            <a:avLst/>
          </a:prstGeom>
          <a:noFill/>
          <a:ln w="0">
            <a:noFill/>
          </a:ln>
        </p:spPr>
        <p:txBody>
          <a:bodyPr lIns="91440" rIns="91440" tIns="45720" bIns="45720" anchor="t">
            <a:noAutofit/>
          </a:bodyPr>
          <a:p>
            <a:pPr indent="0" defTabSz="457200">
              <a:lnSpc>
                <a:spcPct val="100000"/>
              </a:lnSpc>
              <a:spcBef>
                <a:spcPts val="1001"/>
              </a:spcBef>
              <a:buNone/>
              <a:tabLst>
                <a:tab algn="l" pos="0"/>
              </a:tabLst>
            </a:pPr>
            <a:r>
              <a:rPr lang="en-US" sz="2000" b="0" u="none" strike="noStrike">
                <a:solidFill>
                  <a:schemeClr val="dk1">
                    <a:lumMod val="50000"/>
                    <a:lumOff val="50000"/>
                  </a:schemeClr>
                </a:solidFill>
                <a:effectLst/>
                <a:uFillTx/>
                <a:latin typeface="Trebuchet MS"/>
              </a:rPr>
              <a:t>Click to edit Master text styles</a:t>
            </a:r>
            <a:endParaRPr lang="en-US" sz="2000" b="0" u="none" strike="noStrike">
              <a:solidFill>
                <a:srgbClr val="000000"/>
              </a:solidFill>
              <a:effectLst/>
              <a:uFillTx/>
              <a:latin typeface="Noto Serif"/>
            </a:endParaRPr>
          </a:p>
        </p:txBody>
      </p:sp>
      <p:sp>
        <p:nvSpPr>
          <p:cNvPr id="197" name="PlaceHolder 3"/>
          <p:cNvSpPr>
            <a:spLocks noGrp="1"/>
          </p:cNvSpPr>
          <p:nvPr>
            <p:ph type="dt" idx="31"/>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198" name="PlaceHolder 4"/>
          <p:cNvSpPr>
            <a:spLocks noGrp="1"/>
          </p:cNvSpPr>
          <p:nvPr>
            <p:ph type="ftr" idx="32"/>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199" name="PlaceHolder 5"/>
          <p:cNvSpPr>
            <a:spLocks noGrp="1"/>
          </p:cNvSpPr>
          <p:nvPr>
            <p:ph type="sldNum" idx="33"/>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63767E1-107E-4F96-94C4-50AF19EE39D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0" name="Group 6"/>
          <p:cNvGrpSpPr/>
          <p:nvPr/>
        </p:nvGrpSpPr>
        <p:grpSpPr>
          <a:xfrm>
            <a:off x="0" y="-8640"/>
            <a:ext cx="12190680" cy="6867720"/>
            <a:chOff x="0" y="-8640"/>
            <a:chExt cx="12190680" cy="6867720"/>
          </a:xfrm>
        </p:grpSpPr>
        <p:cxnSp>
          <p:nvCxnSpPr>
            <p:cNvPr id="201" name="Straight Connector 19"/>
            <p:cNvCxnSpPr/>
            <p:nvPr/>
          </p:nvCxnSpPr>
          <p:spPr>
            <a:xfrm>
              <a:off x="9370800" y="0"/>
              <a:ext cx="1220760" cy="6859440"/>
            </a:xfrm>
            <a:prstGeom prst="straightConnector1">
              <a:avLst/>
            </a:prstGeom>
            <a:ln cap="rnd" w="9525">
              <a:solidFill>
                <a:srgbClr val="bfbfbf"/>
              </a:solidFill>
              <a:round/>
            </a:ln>
          </p:spPr>
        </p:cxnSp>
        <p:cxnSp>
          <p:nvCxnSpPr>
            <p:cNvPr id="202"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03"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4"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5"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6"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7"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8"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09"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0"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11"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12" name="PlaceHolder 2"/>
          <p:cNvSpPr>
            <a:spLocks noGrp="1"/>
          </p:cNvSpPr>
          <p:nvPr>
            <p:ph type="body"/>
          </p:nvPr>
        </p:nvSpPr>
        <p:spPr>
          <a:xfrm>
            <a:off x="67716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3" name="PlaceHolder 3"/>
          <p:cNvSpPr>
            <a:spLocks noGrp="1"/>
          </p:cNvSpPr>
          <p:nvPr>
            <p:ph type="body"/>
          </p:nvPr>
        </p:nvSpPr>
        <p:spPr>
          <a:xfrm>
            <a:off x="5090040" y="2160720"/>
            <a:ext cx="418248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14" name="PlaceHolder 4"/>
          <p:cNvSpPr>
            <a:spLocks noGrp="1"/>
          </p:cNvSpPr>
          <p:nvPr>
            <p:ph type="dt" idx="34"/>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15" name="PlaceHolder 5"/>
          <p:cNvSpPr>
            <a:spLocks noGrp="1"/>
          </p:cNvSpPr>
          <p:nvPr>
            <p:ph type="ftr" idx="35"/>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16" name="PlaceHolder 6"/>
          <p:cNvSpPr>
            <a:spLocks noGrp="1"/>
          </p:cNvSpPr>
          <p:nvPr>
            <p:ph type="sldNum" idx="36"/>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F2B910A-8C1B-49F6-8823-4809FF52DC6E}"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17" name="Group 6"/>
          <p:cNvGrpSpPr/>
          <p:nvPr/>
        </p:nvGrpSpPr>
        <p:grpSpPr>
          <a:xfrm>
            <a:off x="0" y="-8640"/>
            <a:ext cx="12190680" cy="6867720"/>
            <a:chOff x="0" y="-8640"/>
            <a:chExt cx="12190680" cy="6867720"/>
          </a:xfrm>
        </p:grpSpPr>
        <p:cxnSp>
          <p:nvCxnSpPr>
            <p:cNvPr id="218" name="Straight Connector 19"/>
            <p:cNvCxnSpPr/>
            <p:nvPr/>
          </p:nvCxnSpPr>
          <p:spPr>
            <a:xfrm>
              <a:off x="9370800" y="0"/>
              <a:ext cx="1220760" cy="6859440"/>
            </a:xfrm>
            <a:prstGeom prst="straightConnector1">
              <a:avLst/>
            </a:prstGeom>
            <a:ln cap="rnd" w="9525">
              <a:solidFill>
                <a:srgbClr val="bfbfbf"/>
              </a:solidFill>
              <a:round/>
            </a:ln>
          </p:spPr>
        </p:cxnSp>
        <p:cxnSp>
          <p:nvCxnSpPr>
            <p:cNvPr id="21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2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2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28"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29" name="PlaceHolder 2"/>
          <p:cNvSpPr>
            <a:spLocks noGrp="1"/>
          </p:cNvSpPr>
          <p:nvPr>
            <p:ph type="body"/>
          </p:nvPr>
        </p:nvSpPr>
        <p:spPr>
          <a:xfrm>
            <a:off x="67572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0" name="PlaceHolder 3"/>
          <p:cNvSpPr>
            <a:spLocks noGrp="1"/>
          </p:cNvSpPr>
          <p:nvPr>
            <p:ph type="body"/>
          </p:nvPr>
        </p:nvSpPr>
        <p:spPr>
          <a:xfrm>
            <a:off x="67572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1" name="PlaceHolder 4"/>
          <p:cNvSpPr>
            <a:spLocks noGrp="1"/>
          </p:cNvSpPr>
          <p:nvPr>
            <p:ph type="body"/>
          </p:nvPr>
        </p:nvSpPr>
        <p:spPr>
          <a:xfrm>
            <a:off x="5088240" y="2161080"/>
            <a:ext cx="4184280" cy="574920"/>
          </a:xfrm>
          <a:prstGeom prst="rect">
            <a:avLst/>
          </a:prstGeom>
          <a:noFill/>
          <a:ln w="0">
            <a:noFill/>
          </a:ln>
        </p:spPr>
        <p:txBody>
          <a:bodyPr lIns="91440" rIns="91440" tIns="45720" bIns="45720" anchor="b">
            <a:noAutofit/>
          </a:bodyPr>
          <a:p>
            <a:pPr indent="0" defTabSz="457200">
              <a:lnSpc>
                <a:spcPct val="100000"/>
              </a:lnSpc>
              <a:spcBef>
                <a:spcPts val="1001"/>
              </a:spcBef>
              <a:buNone/>
              <a:tabLst>
                <a:tab algn="l" pos="0"/>
              </a:tabLst>
            </a:pPr>
            <a:r>
              <a:rPr lang="en-US" sz="2400" b="0" u="none" strike="noStrike">
                <a:solidFill>
                  <a:schemeClr val="dk1">
                    <a:lumMod val="75000"/>
                    <a:lumOff val="25000"/>
                  </a:schemeClr>
                </a:solidFill>
                <a:effectLst/>
                <a:uFillTx/>
                <a:latin typeface="Trebuchet MS"/>
              </a:rPr>
              <a:t>Click to edit Master text styles</a:t>
            </a:r>
            <a:endParaRPr lang="en-US" sz="2400" b="0" u="none" strike="noStrike">
              <a:solidFill>
                <a:srgbClr val="000000"/>
              </a:solidFill>
              <a:effectLst/>
              <a:uFillTx/>
              <a:latin typeface="Noto Serif"/>
            </a:endParaRPr>
          </a:p>
        </p:txBody>
      </p:sp>
      <p:sp>
        <p:nvSpPr>
          <p:cNvPr id="232" name="PlaceHolder 5"/>
          <p:cNvSpPr>
            <a:spLocks noGrp="1"/>
          </p:cNvSpPr>
          <p:nvPr>
            <p:ph type="body"/>
          </p:nvPr>
        </p:nvSpPr>
        <p:spPr>
          <a:xfrm>
            <a:off x="5088240" y="2737080"/>
            <a:ext cx="4184280" cy="3302640"/>
          </a:xfrm>
          <a:prstGeom prst="rect">
            <a:avLst/>
          </a:prstGeom>
          <a:noFill/>
          <a:ln w="0">
            <a:noFill/>
          </a:ln>
        </p:spPr>
        <p:txBody>
          <a:bodyPr lIns="91440" rIns="91440" tIns="45720" bIns="45720" anchor="t">
            <a:norm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33" name="PlaceHolder 6"/>
          <p:cNvSpPr>
            <a:spLocks noGrp="1"/>
          </p:cNvSpPr>
          <p:nvPr>
            <p:ph type="dt" idx="37"/>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34" name="PlaceHolder 7"/>
          <p:cNvSpPr>
            <a:spLocks noGrp="1"/>
          </p:cNvSpPr>
          <p:nvPr>
            <p:ph type="ftr" idx="38"/>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35" name="PlaceHolder 8"/>
          <p:cNvSpPr>
            <a:spLocks noGrp="1"/>
          </p:cNvSpPr>
          <p:nvPr>
            <p:ph type="sldNum" idx="39"/>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A445980-7F16-4C56-B34E-04CA3692B55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36" name="Group 6"/>
          <p:cNvGrpSpPr/>
          <p:nvPr/>
        </p:nvGrpSpPr>
        <p:grpSpPr>
          <a:xfrm>
            <a:off x="0" y="-8640"/>
            <a:ext cx="12190680" cy="6867720"/>
            <a:chOff x="0" y="-8640"/>
            <a:chExt cx="12190680" cy="6867720"/>
          </a:xfrm>
        </p:grpSpPr>
        <p:cxnSp>
          <p:nvCxnSpPr>
            <p:cNvPr id="237" name="Straight Connector 19"/>
            <p:cNvCxnSpPr/>
            <p:nvPr/>
          </p:nvCxnSpPr>
          <p:spPr>
            <a:xfrm>
              <a:off x="9370800" y="0"/>
              <a:ext cx="1220760" cy="6859440"/>
            </a:xfrm>
            <a:prstGeom prst="straightConnector1">
              <a:avLst/>
            </a:prstGeom>
            <a:ln cap="rnd" w="9525">
              <a:solidFill>
                <a:srgbClr val="bfbfbf"/>
              </a:solidFill>
              <a:round/>
            </a:ln>
          </p:spPr>
        </p:cxnSp>
        <p:cxnSp>
          <p:nvCxnSpPr>
            <p:cNvPr id="238"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39"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0"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1"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2"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43"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4"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5"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46"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7"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48" name="PlaceHolder 2"/>
          <p:cNvSpPr>
            <a:spLocks noGrp="1"/>
          </p:cNvSpPr>
          <p:nvPr>
            <p:ph type="dt" idx="40"/>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49" name="PlaceHolder 3"/>
          <p:cNvSpPr>
            <a:spLocks noGrp="1"/>
          </p:cNvSpPr>
          <p:nvPr>
            <p:ph type="ftr" idx="4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50" name="PlaceHolder 4"/>
          <p:cNvSpPr>
            <a:spLocks noGrp="1"/>
          </p:cNvSpPr>
          <p:nvPr>
            <p:ph type="sldNum" idx="4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C3E580E6-4916-41C7-A8B5-7BB178B9F70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and Content">
    <p:spTree>
      <p:nvGrpSpPr>
        <p:cNvPr id="1" name=""/>
        <p:cNvGrpSpPr/>
        <p:nvPr/>
      </p:nvGrpSpPr>
      <p:grpSpPr>
        <a:xfrm>
          <a:off x="0" y="0"/>
          <a:ext cx="0" cy="0"/>
          <a:chOff x="0" y="0"/>
          <a:chExt cx="0" cy="0"/>
        </a:xfrm>
      </p:grpSpPr>
      <p:sp>
        <p:nvSpPr>
          <p:cNvPr id="266"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67"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96F89C46-1EB7-4CCF-BDA3-BCD62AACD8EF}"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283"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284"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78C54D02-54EE-4ADB-A77E-5E79C73D8C11}"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spTree>
      <p:nvGrpSpPr>
        <p:cNvPr id="1" name=""/>
        <p:cNvGrpSpPr/>
        <p:nvPr/>
      </p:nvGrpSpPr>
      <p:grpSpPr>
        <a:xfrm>
          <a:off x="0" y="0"/>
          <a:ext cx="0" cy="0"/>
          <a:chOff x="0" y="0"/>
          <a:chExt cx="0" cy="0"/>
        </a:xfrm>
      </p:grpSpPr>
      <p:sp>
        <p:nvSpPr>
          <p:cNvPr id="301" name="PlaceHolder 1"/>
          <p:cNvSpPr>
            <a:spLocks noGrp="1"/>
          </p:cNvSpPr>
          <p:nvPr>
            <p:ph type="title"/>
          </p:nvPr>
        </p:nvSpPr>
        <p:spPr>
          <a:xfrm>
            <a:off x="677160" y="609480"/>
            <a:ext cx="8595360" cy="131940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Noto Serif"/>
            </a:endParaRPr>
          </a:p>
        </p:txBody>
      </p:sp>
      <p:sp>
        <p:nvSpPr>
          <p:cNvPr id="302" name="PlaceHolder 2"/>
          <p:cNvSpPr>
            <a:spLocks noGrp="1"/>
          </p:cNvSpPr>
          <p:nvPr>
            <p:ph type="subTitle"/>
          </p:nvPr>
        </p:nvSpPr>
        <p:spPr>
          <a:xfrm>
            <a:off x="677160" y="2160720"/>
            <a:ext cx="8595360" cy="387936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Noto Serif"/>
            </a:endParaRPr>
          </a:p>
        </p:txBody>
      </p:sp>
      <p:sp>
        <p:nvSpPr>
          <p:cNvPr id="4" name="PlaceHolder 3"/>
          <p:cNvSpPr>
            <a:spLocks noGrp="1"/>
          </p:cNvSpPr>
          <p:nvPr>
            <p:ph type="ftr" idx="50"/>
          </p:nvPr>
        </p:nvSpPr>
        <p:spPr/>
        <p:txBody>
          <a:bodyPr/>
          <a:p>
            <a:r>
              <a:t>Footer</a:t>
            </a:r>
          </a:p>
        </p:txBody>
      </p:sp>
      <p:sp>
        <p:nvSpPr>
          <p:cNvPr id="5" name="PlaceHolder 4"/>
          <p:cNvSpPr>
            <a:spLocks noGrp="1"/>
          </p:cNvSpPr>
          <p:nvPr>
            <p:ph type="sldNum" idx="51"/>
          </p:nvPr>
        </p:nvSpPr>
        <p:spPr/>
        <p:txBody>
          <a:bodyPr/>
          <a:p>
            <a:fld id="{D9B10091-7D96-4A17-A082-A1475F49D22C}" type="slidenum">
              <a:t>&lt;#&gt;</a:t>
            </a:fld>
          </a:p>
        </p:txBody>
      </p:sp>
      <p:sp>
        <p:nvSpPr>
          <p:cNvPr id="6" name="PlaceHolder 5"/>
          <p:cNvSpPr>
            <a:spLocks noGrp="1"/>
          </p:cNvSpPr>
          <p:nvPr>
            <p:ph type="dt" idx="49"/>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03" name="Group 6"/>
          <p:cNvGrpSpPr/>
          <p:nvPr/>
        </p:nvGrpSpPr>
        <p:grpSpPr>
          <a:xfrm>
            <a:off x="0" y="-8640"/>
            <a:ext cx="12190680" cy="6867720"/>
            <a:chOff x="0" y="-8640"/>
            <a:chExt cx="12190680" cy="6867720"/>
          </a:xfrm>
        </p:grpSpPr>
        <p:cxnSp>
          <p:nvCxnSpPr>
            <p:cNvPr id="304" name="Straight Connector 19"/>
            <p:cNvCxnSpPr/>
            <p:nvPr/>
          </p:nvCxnSpPr>
          <p:spPr>
            <a:xfrm>
              <a:off x="9370800" y="0"/>
              <a:ext cx="1220760" cy="6859440"/>
            </a:xfrm>
            <a:prstGeom prst="straightConnector1">
              <a:avLst/>
            </a:prstGeom>
            <a:ln cap="rnd" w="9525">
              <a:solidFill>
                <a:srgbClr val="bfbfbf"/>
              </a:solidFill>
              <a:round/>
            </a:ln>
          </p:spPr>
        </p:cxnSp>
        <p:cxnSp>
          <p:nvCxnSpPr>
            <p:cNvPr id="30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14"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15"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16" name="PlaceHolder 3"/>
          <p:cNvSpPr>
            <a:spLocks noGrp="1"/>
          </p:cNvSpPr>
          <p:nvPr>
            <p:ph type="dt" idx="52"/>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17" name="PlaceHolder 4"/>
          <p:cNvSpPr>
            <a:spLocks noGrp="1"/>
          </p:cNvSpPr>
          <p:nvPr>
            <p:ph type="ftr" idx="5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18" name="PlaceHolder 5"/>
          <p:cNvSpPr>
            <a:spLocks noGrp="1"/>
          </p:cNvSpPr>
          <p:nvPr>
            <p:ph type="sldNum" idx="5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94E86C7-9F67-46E7-80B1-6F47DA2431D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9" name="Group 6"/>
          <p:cNvGrpSpPr/>
          <p:nvPr/>
        </p:nvGrpSpPr>
        <p:grpSpPr>
          <a:xfrm>
            <a:off x="0" y="-8640"/>
            <a:ext cx="12190680" cy="6867720"/>
            <a:chOff x="0" y="-8640"/>
            <a:chExt cx="12190680" cy="6867720"/>
          </a:xfrm>
        </p:grpSpPr>
        <p:cxnSp>
          <p:nvCxnSpPr>
            <p:cNvPr id="320" name="Straight Connector 19"/>
            <p:cNvCxnSpPr/>
            <p:nvPr/>
          </p:nvCxnSpPr>
          <p:spPr>
            <a:xfrm>
              <a:off x="9370800" y="0"/>
              <a:ext cx="1220760" cy="6859440"/>
            </a:xfrm>
            <a:prstGeom prst="straightConnector1">
              <a:avLst/>
            </a:prstGeom>
            <a:ln cap="rnd" w="9525">
              <a:solidFill>
                <a:srgbClr val="bfbfbf"/>
              </a:solidFill>
              <a:round/>
            </a:ln>
          </p:spPr>
        </p:cxnSp>
        <p:cxnSp>
          <p:nvCxnSpPr>
            <p:cNvPr id="321"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0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08"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0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1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2"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13"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22"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323"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324" name="PlaceHolder 3"/>
          <p:cNvSpPr>
            <a:spLocks noGrp="1"/>
          </p:cNvSpPr>
          <p:nvPr>
            <p:ph type="dt" idx="55"/>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25" name="PlaceHolder 4"/>
          <p:cNvSpPr>
            <a:spLocks noGrp="1"/>
          </p:cNvSpPr>
          <p:nvPr>
            <p:ph type="ftr" idx="5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26" name="PlaceHolder 5"/>
          <p:cNvSpPr>
            <a:spLocks noGrp="1"/>
          </p:cNvSpPr>
          <p:nvPr>
            <p:ph type="sldNum" idx="5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696ACC96-EC91-4BE8-BCD0-74A014417E4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27" name="Group 6"/>
          <p:cNvGrpSpPr/>
          <p:nvPr/>
        </p:nvGrpSpPr>
        <p:grpSpPr>
          <a:xfrm>
            <a:off x="0" y="-8640"/>
            <a:ext cx="12190680" cy="6867720"/>
            <a:chOff x="0" y="-8640"/>
            <a:chExt cx="12190680" cy="6867720"/>
          </a:xfrm>
        </p:grpSpPr>
        <p:cxnSp>
          <p:nvCxnSpPr>
            <p:cNvPr id="328" name="Straight Connector 19"/>
            <p:cNvCxnSpPr/>
            <p:nvPr/>
          </p:nvCxnSpPr>
          <p:spPr>
            <a:xfrm>
              <a:off x="9370800" y="0"/>
              <a:ext cx="1220760" cy="6859440"/>
            </a:xfrm>
            <a:prstGeom prst="straightConnector1">
              <a:avLst/>
            </a:prstGeom>
            <a:ln cap="rnd" w="9525">
              <a:solidFill>
                <a:srgbClr val="bfbfbf"/>
              </a:solidFill>
              <a:round/>
            </a:ln>
          </p:spPr>
        </p:cxnSp>
        <p:cxnSp>
          <p:nvCxnSpPr>
            <p:cNvPr id="329"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330"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1"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2"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3"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334"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5"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6"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337"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338" name="PlaceHolder 1"/>
          <p:cNvSpPr>
            <a:spLocks noGrp="1"/>
          </p:cNvSpPr>
          <p:nvPr>
            <p:ph type="dt" idx="58"/>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339" name="PlaceHolder 2"/>
          <p:cNvSpPr>
            <a:spLocks noGrp="1"/>
          </p:cNvSpPr>
          <p:nvPr>
            <p:ph type="ftr" idx="59"/>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40" name="PlaceHolder 3"/>
          <p:cNvSpPr>
            <a:spLocks noGrp="1"/>
          </p:cNvSpPr>
          <p:nvPr>
            <p:ph type="sldNum" idx="60"/>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17879810-B321-4A45-93E6-A74DCF7DDD1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341" name="PlaceHolder 4"/>
          <p:cNvSpPr>
            <a:spLocks noGrp="1"/>
          </p:cNvSpPr>
          <p:nvPr>
            <p:ph type="title"/>
          </p:nvPr>
        </p:nvSpPr>
        <p:spPr>
          <a:xfrm>
            <a:off x="609480" y="273600"/>
            <a:ext cx="10971360" cy="114372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Trebuchet MS"/>
              </a:rPr>
              <a:t>Click to edit the title text format</a:t>
            </a:r>
            <a:endParaRPr lang="en-US" sz="1800" b="0" u="none" strike="noStrike">
              <a:solidFill>
                <a:srgbClr val="000000"/>
              </a:solidFill>
              <a:effectLst/>
              <a:uFillTx/>
              <a:latin typeface="Noto Serif"/>
            </a:endParaRPr>
          </a:p>
        </p:txBody>
      </p:sp>
      <p:sp>
        <p:nvSpPr>
          <p:cNvPr id="342" name="PlaceHolder 5"/>
          <p:cNvSpPr>
            <a:spLocks noGrp="1"/>
          </p:cNvSpPr>
          <p:nvPr>
            <p:ph type="body"/>
          </p:nvPr>
        </p:nvSpPr>
        <p:spPr>
          <a:xfrm>
            <a:off x="609480" y="1604520"/>
            <a:ext cx="10971360" cy="39762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US" sz="1800" b="0" u="none" strike="noStrike">
                <a:solidFill>
                  <a:schemeClr val="dk1">
                    <a:lumMod val="75000"/>
                    <a:lumOff val="25000"/>
                  </a:schemeClr>
                </a:solidFill>
                <a:effectLst/>
                <a:uFillTx/>
                <a:latin typeface="Trebuchet MS"/>
              </a:rPr>
              <a:t>Click to edit the outline text format</a:t>
            </a:r>
            <a:endParaRPr lang="en-US" sz="1800" b="0" u="none" strike="noStrike">
              <a:solidFill>
                <a:srgbClr val="000000"/>
              </a:solidFill>
              <a:effectLst/>
              <a:uFillTx/>
              <a:latin typeface="Noto Serif"/>
            </a:endParaRPr>
          </a:p>
          <a:p>
            <a:pPr marL="864000" lvl="1" indent="-324000">
              <a:lnSpc>
                <a:spcPct val="100000"/>
              </a:lnSpc>
              <a:spcBef>
                <a:spcPts val="1134"/>
              </a:spcBef>
              <a:buClr>
                <a:srgbClr val="000000"/>
              </a:buClr>
              <a:buSzPct val="75000"/>
              <a:buFont typeface="Symbol" charset="2"/>
              <a:buChar char=""/>
            </a:pPr>
            <a:r>
              <a:rPr lang="en-US" sz="1400" b="0" u="none" strike="noStrike">
                <a:solidFill>
                  <a:schemeClr val="dk1">
                    <a:lumMod val="75000"/>
                    <a:lumOff val="25000"/>
                  </a:schemeClr>
                </a:solidFill>
                <a:effectLst/>
                <a:uFillTx/>
                <a:latin typeface="Trebuchet MS"/>
              </a:rPr>
              <a:t>Second Outline Level</a:t>
            </a:r>
            <a:endParaRPr lang="en-US" sz="1400" b="0" u="none" strike="noStrike">
              <a:solidFill>
                <a:srgbClr val="000000"/>
              </a:solidFill>
              <a:effectLst/>
              <a:uFillTx/>
              <a:latin typeface="Noto Serif"/>
            </a:endParaRPr>
          </a:p>
          <a:p>
            <a:pPr marL="1296000" lvl="2" indent="-288000">
              <a:lnSpc>
                <a:spcPct val="100000"/>
              </a:lnSpc>
              <a:spcBef>
                <a:spcPts val="850"/>
              </a:spcBef>
              <a:buClr>
                <a:srgbClr val="000000"/>
              </a:buClr>
              <a:buSzPct val="45000"/>
              <a:buFont typeface="Wingdings" charset="2"/>
              <a:buChar char=""/>
            </a:pPr>
            <a:r>
              <a:rPr lang="en-US" sz="1200" b="0" u="none" strike="noStrike">
                <a:solidFill>
                  <a:schemeClr val="dk1">
                    <a:lumMod val="75000"/>
                    <a:lumOff val="25000"/>
                  </a:schemeClr>
                </a:solidFill>
                <a:effectLst/>
                <a:uFillTx/>
                <a:latin typeface="Trebuchet MS"/>
              </a:rPr>
              <a:t>Third Outline Level</a:t>
            </a:r>
            <a:endParaRPr lang="en-US" sz="1200" b="0" u="none" strike="noStrike">
              <a:solidFill>
                <a:srgbClr val="000000"/>
              </a:solidFill>
              <a:effectLst/>
              <a:uFillTx/>
              <a:latin typeface="Noto Serif"/>
            </a:endParaRPr>
          </a:p>
          <a:p>
            <a:pPr marL="1728000" lvl="3" indent="-216000">
              <a:lnSpc>
                <a:spcPct val="100000"/>
              </a:lnSpc>
              <a:spcBef>
                <a:spcPts val="567"/>
              </a:spcBef>
              <a:buClr>
                <a:srgbClr val="000000"/>
              </a:buClr>
              <a:buSzPct val="75000"/>
              <a:buFont typeface="Symbol" charset="2"/>
              <a:buChar char=""/>
            </a:pPr>
            <a:r>
              <a:rPr lang="en-US" sz="1200" b="0" u="none" strike="noStrike">
                <a:solidFill>
                  <a:schemeClr val="dk1">
                    <a:lumMod val="75000"/>
                    <a:lumOff val="25000"/>
                  </a:schemeClr>
                </a:solidFill>
                <a:effectLst/>
                <a:uFillTx/>
                <a:latin typeface="Trebuchet MS"/>
              </a:rPr>
              <a:t>Fourth Outline Level</a:t>
            </a:r>
            <a:endParaRPr lang="en-US" sz="1200" b="0" u="none" strike="noStrike">
              <a:solidFill>
                <a:srgbClr val="000000"/>
              </a:solidFill>
              <a:effectLst/>
              <a:uFillTx/>
              <a:latin typeface="Noto Serif"/>
            </a:endParaRPr>
          </a:p>
          <a:p>
            <a:pPr marL="2160000" lvl="4"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Fifth Outline Level</a:t>
            </a:r>
            <a:endParaRPr lang="en-US" sz="2000" b="0" u="none" strike="noStrike">
              <a:solidFill>
                <a:srgbClr val="000000"/>
              </a:solidFill>
              <a:effectLst/>
              <a:uFillTx/>
              <a:latin typeface="Noto Serif"/>
            </a:endParaRPr>
          </a:p>
          <a:p>
            <a:pPr marL="2592000" lvl="5"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Sixth Outline Level</a:t>
            </a:r>
            <a:endParaRPr lang="en-US" sz="2000" b="0" u="none" strike="noStrike">
              <a:solidFill>
                <a:srgbClr val="000000"/>
              </a:solidFill>
              <a:effectLst/>
              <a:uFillTx/>
              <a:latin typeface="Noto Serif"/>
            </a:endParaRPr>
          </a:p>
          <a:p>
            <a:pPr marL="3024000" lvl="6" indent="-216000">
              <a:lnSpc>
                <a:spcPct val="100000"/>
              </a:lnSpc>
              <a:spcBef>
                <a:spcPts val="283"/>
              </a:spcBef>
              <a:buClr>
                <a:srgbClr val="000000"/>
              </a:buClr>
              <a:buSzPct val="45000"/>
              <a:buFont typeface="Wingdings" charset="2"/>
              <a:buChar char=""/>
            </a:pPr>
            <a:r>
              <a:rPr lang="en-US" sz="2000" b="0" u="none" strike="noStrike">
                <a:solidFill>
                  <a:schemeClr val="dk1">
                    <a:lumMod val="75000"/>
                    <a:lumOff val="25000"/>
                  </a:schemeClr>
                </a:solidFill>
                <a:effectLst/>
                <a:uFillTx/>
                <a:latin typeface="Trebuchet MS"/>
              </a:rPr>
              <a:t>Seventh Outline Level</a:t>
            </a:r>
            <a:endParaRPr lang="en-US" sz="2000" b="0" u="none" strike="noStrike">
              <a:solidFill>
                <a:srgbClr val="000000"/>
              </a:solidFill>
              <a:effectLst/>
              <a:uFillTx/>
              <a:latin typeface="Noto Serif"/>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8.xml"/><Relationship Id="rId3" Type="http://schemas.openxmlformats.org/officeDocument/2006/relationships/slideLayout" Target="../slideLayouts/slideLayout19.xml"/><Relationship Id="rId4" Type="http://schemas.openxmlformats.org/officeDocument/2006/relationships/slideLayout" Target="../slideLayouts/slideLayout20.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0680" cy="6867720"/>
            <a:chOff x="0" y="-8640"/>
            <a:chExt cx="12190680" cy="6867720"/>
          </a:xfrm>
        </p:grpSpPr>
        <p:cxnSp>
          <p:nvCxnSpPr>
            <p:cNvPr id="3" name="Straight Connector 19"/>
            <p:cNvCxnSpPr/>
            <p:nvPr/>
          </p:nvCxnSpPr>
          <p:spPr>
            <a:xfrm>
              <a:off x="9370800" y="0"/>
              <a:ext cx="1220760" cy="6859440"/>
            </a:xfrm>
            <a:prstGeom prst="straightConnector1">
              <a:avLst/>
            </a:prstGeom>
            <a:ln cap="rnd" w="9525">
              <a:solidFill>
                <a:srgbClr val="bfbfbf"/>
              </a:solidFill>
              <a:round/>
            </a:ln>
          </p:spPr>
        </p:cxnSp>
        <p:cxnSp>
          <p:nvCxnSpPr>
            <p:cNvPr id="4"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5"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6"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8"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9"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0"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2"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grpSp>
        <p:nvGrpSpPr>
          <p:cNvPr id="13" name="Group 6"/>
          <p:cNvGrpSpPr/>
          <p:nvPr/>
        </p:nvGrpSpPr>
        <p:grpSpPr>
          <a:xfrm>
            <a:off x="1440" y="-8640"/>
            <a:ext cx="12189240" cy="6867720"/>
            <a:chOff x="1440" y="-8640"/>
            <a:chExt cx="12189240" cy="6867720"/>
          </a:xfrm>
        </p:grpSpPr>
        <p:cxnSp>
          <p:nvCxnSpPr>
            <p:cNvPr id="14" name="Straight Connector 31"/>
            <p:cNvCxnSpPr/>
            <p:nvPr/>
          </p:nvCxnSpPr>
          <p:spPr>
            <a:xfrm>
              <a:off x="9370800" y="0"/>
              <a:ext cx="1220760" cy="6859440"/>
            </a:xfrm>
            <a:prstGeom prst="straightConnector1">
              <a:avLst/>
            </a:prstGeom>
            <a:ln cap="rnd" w="9525">
              <a:solidFill>
                <a:srgbClr val="bfbfbf"/>
              </a:solidFill>
              <a:round/>
            </a:ln>
          </p:spPr>
        </p:cxnSp>
        <p:cxnSp>
          <p:nvCxnSpPr>
            <p:cNvPr id="15"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16"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7"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19"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0"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1"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3" name="Isosceles Triangle 18"/>
            <p:cNvSpPr/>
            <p:nvPr/>
          </p:nvSpPr>
          <p:spPr>
            <a:xfrm rot="10800000">
              <a:off x="1440" y="1440"/>
              <a:ext cx="841320" cy="5664600"/>
            </a:xfrm>
            <a:prstGeom prst="triangle">
              <a:avLst>
                <a:gd name="adj" fmla="val 10000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5" name="PlaceHolder 2"/>
          <p:cNvSpPr>
            <a:spLocks noGrp="1"/>
          </p:cNvSpPr>
          <p:nvPr>
            <p:ph type="ftr" idx="1"/>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 name="PlaceHolder 3"/>
          <p:cNvSpPr>
            <a:spLocks noGrp="1"/>
          </p:cNvSpPr>
          <p:nvPr>
            <p:ph type="sldNum" idx="2"/>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04A1BE8D-76F9-4DFD-AD2B-DB12E0EB36F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7" name="PlaceHolder 4"/>
          <p:cNvSpPr>
            <a:spLocks noGrp="1"/>
          </p:cNvSpPr>
          <p:nvPr>
            <p:ph type="dt" idx="3"/>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
        <p:nvSpPr>
          <p:cNvPr id="2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Noto Serif"/>
              </a:rPr>
              <a:t>Click to edit the outline text format</a:t>
            </a:r>
            <a:endParaRPr lang="en-US" sz="3200" b="0" u="none" strike="noStrike">
              <a:solidFill>
                <a:srgbClr val="000000"/>
              </a:solidFill>
              <a:effectLst/>
              <a:uFillTx/>
              <a:latin typeface="Noto Serif"/>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Noto Serif"/>
              </a:rPr>
              <a:t>Second Outline Level</a:t>
            </a:r>
            <a:endParaRPr lang="en-US" sz="2800" b="0" u="none" strike="noStrike">
              <a:solidFill>
                <a:srgbClr val="000000"/>
              </a:solidFill>
              <a:effectLst/>
              <a:uFillTx/>
              <a:latin typeface="Noto Serif"/>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Noto Serif"/>
              </a:rPr>
              <a:t>Third Outline Level</a:t>
            </a:r>
            <a:endParaRPr lang="en-US" sz="2400" b="0" u="none" strike="noStrike">
              <a:solidFill>
                <a:srgbClr val="000000"/>
              </a:solidFill>
              <a:effectLst/>
              <a:uFillTx/>
              <a:latin typeface="Noto Serif"/>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Noto Serif"/>
              </a:rPr>
              <a:t>Fourth Outline Level</a:t>
            </a:r>
            <a:endParaRPr lang="en-US" sz="2000" b="0" u="none" strike="noStrike">
              <a:solidFill>
                <a:srgbClr val="000000"/>
              </a:solidFill>
              <a:effectLst/>
              <a:uFillTx/>
              <a:latin typeface="Noto Serif"/>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Fifth Outline Level</a:t>
            </a:r>
            <a:endParaRPr lang="en-US" sz="2000" b="0" u="none" strike="noStrike">
              <a:solidFill>
                <a:srgbClr val="000000"/>
              </a:solidFill>
              <a:effectLst/>
              <a:uFillTx/>
              <a:latin typeface="Noto Serif"/>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Sixth Outline Level</a:t>
            </a:r>
            <a:endParaRPr lang="en-US" sz="2000" b="0" u="none" strike="noStrike">
              <a:solidFill>
                <a:srgbClr val="000000"/>
              </a:solidFill>
              <a:effectLst/>
              <a:uFillTx/>
              <a:latin typeface="Noto Serif"/>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Noto Serif"/>
              </a:rPr>
              <a:t>Seventh Outline Level</a:t>
            </a:r>
            <a:endParaRPr lang="en-US" sz="20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51" name="Group 6"/>
          <p:cNvGrpSpPr/>
          <p:nvPr/>
        </p:nvGrpSpPr>
        <p:grpSpPr>
          <a:xfrm>
            <a:off x="0" y="-8640"/>
            <a:ext cx="12190680" cy="6867720"/>
            <a:chOff x="0" y="-8640"/>
            <a:chExt cx="12190680" cy="6867720"/>
          </a:xfrm>
        </p:grpSpPr>
        <p:cxnSp>
          <p:nvCxnSpPr>
            <p:cNvPr id="252" name="Straight Connector 19"/>
            <p:cNvCxnSpPr/>
            <p:nvPr/>
          </p:nvCxnSpPr>
          <p:spPr>
            <a:xfrm>
              <a:off x="9370800" y="0"/>
              <a:ext cx="1220760" cy="6859440"/>
            </a:xfrm>
            <a:prstGeom prst="straightConnector1">
              <a:avLst/>
            </a:prstGeom>
            <a:ln cap="rnd" w="9525">
              <a:solidFill>
                <a:srgbClr val="bfbfbf"/>
              </a:solidFill>
              <a:round/>
            </a:ln>
          </p:spPr>
        </p:cxnSp>
        <p:cxnSp>
          <p:nvCxnSpPr>
            <p:cNvPr id="253"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54"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5"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6"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7"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58"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59"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0"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61"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62"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63" name="PlaceHolder 2"/>
          <p:cNvSpPr>
            <a:spLocks noGrp="1"/>
          </p:cNvSpPr>
          <p:nvPr>
            <p:ph type="ftr" idx="43"/>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264" name="PlaceHolder 3"/>
          <p:cNvSpPr>
            <a:spLocks noGrp="1"/>
          </p:cNvSpPr>
          <p:nvPr>
            <p:ph type="sldNum" idx="44"/>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F0494624-8E46-47B9-8016-8CE73AED8AC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
        <p:nvSpPr>
          <p:cNvPr id="265" name="PlaceHolder 4"/>
          <p:cNvSpPr>
            <a:spLocks noGrp="1"/>
          </p:cNvSpPr>
          <p:nvPr>
            <p:ph type="dt" idx="45"/>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&lt;date/time&gt;</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8" name="Group 6"/>
          <p:cNvGrpSpPr/>
          <p:nvPr/>
        </p:nvGrpSpPr>
        <p:grpSpPr>
          <a:xfrm>
            <a:off x="0" y="-8640"/>
            <a:ext cx="12190680" cy="6867720"/>
            <a:chOff x="0" y="-8640"/>
            <a:chExt cx="12190680" cy="6867720"/>
          </a:xfrm>
        </p:grpSpPr>
        <p:cxnSp>
          <p:nvCxnSpPr>
            <p:cNvPr id="269" name="Straight Connector 19"/>
            <p:cNvCxnSpPr/>
            <p:nvPr/>
          </p:nvCxnSpPr>
          <p:spPr>
            <a:xfrm>
              <a:off x="9370800" y="0"/>
              <a:ext cx="1220760" cy="6859440"/>
            </a:xfrm>
            <a:prstGeom prst="straightConnector1">
              <a:avLst/>
            </a:prstGeom>
            <a:ln cap="rnd" w="9525">
              <a:solidFill>
                <a:srgbClr val="bfbfbf"/>
              </a:solidFill>
              <a:round/>
            </a:ln>
          </p:spPr>
        </p:cxnSp>
        <p:cxnSp>
          <p:nvCxnSpPr>
            <p:cNvPr id="270"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71"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2"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3"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4"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75"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6"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7"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78"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79" name="PlaceHolder 1"/>
          <p:cNvSpPr>
            <a:spLocks noGrp="1"/>
          </p:cNvSpPr>
          <p:nvPr>
            <p:ph type="title"/>
          </p:nvPr>
        </p:nvSpPr>
        <p:spPr>
          <a:xfrm>
            <a:off x="677160" y="1131840"/>
            <a:ext cx="8595360" cy="274680"/>
          </a:xfrm>
          <a:prstGeom prst="rect">
            <a:avLst/>
          </a:prstGeom>
          <a:noFill/>
          <a:ln w="0">
            <a:noFill/>
          </a:ln>
        </p:spPr>
        <p:txBody>
          <a:bodyPr lIns="0" rIns="0" tIns="0" bIns="0" anchor="ctr">
            <a:spAutoFit/>
          </a:bodyPr>
          <a:p>
            <a:pPr indent="0">
              <a:buNone/>
            </a:pPr>
            <a:r>
              <a:rPr lang="en-US" sz="1800" b="0" u="none" strike="noStrike">
                <a:solidFill>
                  <a:srgbClr val="000000"/>
                </a:solidFill>
                <a:effectLst/>
                <a:uFillTx/>
                <a:latin typeface="Noto Serif"/>
              </a:rPr>
              <a:t>Click to edit the title text format</a:t>
            </a:r>
            <a:endParaRPr lang="en-US" sz="1800" b="0" u="none" strike="noStrike">
              <a:solidFill>
                <a:srgbClr val="000000"/>
              </a:solidFill>
              <a:effectLst/>
              <a:uFillTx/>
              <a:latin typeface="Noto Serif"/>
            </a:endParaRPr>
          </a:p>
        </p:txBody>
      </p:sp>
      <p:sp>
        <p:nvSpPr>
          <p:cNvPr id="280" name="PlaceHolder 2"/>
          <p:cNvSpPr>
            <a:spLocks noGrp="1"/>
          </p:cNvSpPr>
          <p:nvPr>
            <p:ph type="ftr" idx="46"/>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
        <p:nvSpPr>
          <p:cNvPr id="281" name="PlaceHolder 3"/>
          <p:cNvSpPr>
            <a:spLocks noGrp="1"/>
          </p:cNvSpPr>
          <p:nvPr>
            <p:ph type="sldNum" idx="47"/>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3CCF8E10-B7A4-44C1-97D5-23C9FD5F9996}"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Noto Serif"/>
            </a:endParaRPr>
          </a:p>
        </p:txBody>
      </p:sp>
      <p:sp>
        <p:nvSpPr>
          <p:cNvPr id="282" name="PlaceHolder 4"/>
          <p:cNvSpPr>
            <a:spLocks noGrp="1"/>
          </p:cNvSpPr>
          <p:nvPr>
            <p:ph type="dt" idx="48"/>
          </p:nvPr>
        </p:nvSpPr>
        <p:spPr>
          <a:xfrm>
            <a:off x="7205040" y="6041520"/>
            <a:ext cx="910440" cy="363600"/>
          </a:xfrm>
          <a:prstGeom prst="rect">
            <a:avLst/>
          </a:prstGeom>
          <a:noFill/>
          <a:ln w="0">
            <a:noFill/>
          </a:ln>
        </p:spPr>
        <p:txBody>
          <a:bodyPr lIns="91440" rIns="91440" tIns="45720" bIns="45720" anchor="ctr">
            <a:noAutofit/>
          </a:bodyPr>
          <a:lstStyle>
            <a:lvl1pPr indent="0">
              <a:buNone/>
              <a:defRPr lang="en-US" sz="1400" b="0" u="none" strike="noStrike">
                <a:solidFill>
                  <a:srgbClr val="000000"/>
                </a:solidFill>
                <a:effectLst/>
                <a:uFillTx/>
                <a:latin typeface="Noto Serif"/>
              </a:defRPr>
            </a:lvl1pPr>
          </a:lstStyle>
          <a:p>
            <a:pPr indent="0">
              <a:buNone/>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5" name="Group 6"/>
          <p:cNvGrpSpPr/>
          <p:nvPr/>
        </p:nvGrpSpPr>
        <p:grpSpPr>
          <a:xfrm>
            <a:off x="0" y="-8640"/>
            <a:ext cx="12190680" cy="6867720"/>
            <a:chOff x="0" y="-8640"/>
            <a:chExt cx="12190680" cy="6867720"/>
          </a:xfrm>
        </p:grpSpPr>
        <p:cxnSp>
          <p:nvCxnSpPr>
            <p:cNvPr id="286" name="Straight Connector 19"/>
            <p:cNvCxnSpPr/>
            <p:nvPr/>
          </p:nvCxnSpPr>
          <p:spPr>
            <a:xfrm>
              <a:off x="9370800" y="0"/>
              <a:ext cx="1220760" cy="6859440"/>
            </a:xfrm>
            <a:prstGeom prst="straightConnector1">
              <a:avLst/>
            </a:prstGeom>
            <a:ln cap="rnd" w="9525">
              <a:solidFill>
                <a:srgbClr val="bfbfbf"/>
              </a:solidFill>
              <a:round/>
            </a:ln>
          </p:spPr>
        </p:cxnSp>
        <p:cxnSp>
          <p:nvCxnSpPr>
            <p:cNvPr id="287" name="Straight Connector 20"/>
            <p:cNvCxnSpPr/>
            <p:nvPr/>
          </p:nvCxnSpPr>
          <p:spPr>
            <a:xfrm flipH="1">
              <a:off x="7425000" y="3681360"/>
              <a:ext cx="4764960" cy="3178080"/>
            </a:xfrm>
            <a:prstGeom prst="straightConnector1">
              <a:avLst/>
            </a:prstGeom>
            <a:ln cap="rnd" w="9525">
              <a:solidFill>
                <a:srgbClr val="d9d9d9"/>
              </a:solidFill>
              <a:round/>
            </a:ln>
          </p:spPr>
        </p:cxnSp>
        <p:sp>
          <p:nvSpPr>
            <p:cNvPr id="288" name="Rectangle 23"/>
            <p:cNvSpPr/>
            <p:nvPr/>
          </p:nvSpPr>
          <p:spPr>
            <a:xfrm>
              <a:off x="9181440" y="-8640"/>
              <a:ext cx="3006000" cy="6865200"/>
            </a:xfrm>
            <a:custGeom>
              <a:avLst/>
              <a:gdLst>
                <a:gd name="textAreaLeft" fmla="*/ 0 w 3006000"/>
                <a:gd name="textAreaRight" fmla="*/ 3007440 w 3006000"/>
                <a:gd name="textAreaTop" fmla="*/ 0 h 6865200"/>
                <a:gd name="textAreaBottom" fmla="*/ 6866640 h 686520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89" name="Rectangle 25"/>
            <p:cNvSpPr/>
            <p:nvPr/>
          </p:nvSpPr>
          <p:spPr>
            <a:xfrm>
              <a:off x="9603360" y="-8640"/>
              <a:ext cx="2586960" cy="6865200"/>
            </a:xfrm>
            <a:custGeom>
              <a:avLst/>
              <a:gdLst>
                <a:gd name="textAreaLeft" fmla="*/ 0 w 2586960"/>
                <a:gd name="textAreaRight" fmla="*/ 2588400 w 2586960"/>
                <a:gd name="textAreaTop" fmla="*/ 0 h 6865200"/>
                <a:gd name="textAreaBottom" fmla="*/ 6866640 h 686520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0" name="Isosceles Triangle 23"/>
            <p:cNvSpPr/>
            <p:nvPr/>
          </p:nvSpPr>
          <p:spPr>
            <a:xfrm>
              <a:off x="8932320" y="3048120"/>
              <a:ext cx="3258360" cy="3808440"/>
            </a:xfrm>
            <a:prstGeom prst="triangle">
              <a:avLst>
                <a:gd name="adj" fmla="val 100000"/>
              </a:avLst>
            </a:prstGeom>
            <a:solidFill>
              <a:schemeClr val="accent2">
                <a:alpha val="72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1" name="Rectangle 27"/>
            <p:cNvSpPr/>
            <p:nvPr/>
          </p:nvSpPr>
          <p:spPr>
            <a:xfrm>
              <a:off x="9334440" y="-8640"/>
              <a:ext cx="2853000" cy="6865200"/>
            </a:xfrm>
            <a:custGeom>
              <a:avLst/>
              <a:gdLst>
                <a:gd name="textAreaLeft" fmla="*/ 0 w 2853000"/>
                <a:gd name="textAreaRight" fmla="*/ 2854440 w 2853000"/>
                <a:gd name="textAreaTop" fmla="*/ 0 h 6865200"/>
                <a:gd name="textAreaBottom" fmla="*/ 6866640 h 686520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ffffff"/>
                </a:solidFill>
                <a:effectLst/>
                <a:uFillTx/>
                <a:latin typeface="Noto Serif"/>
              </a:endParaRPr>
            </a:p>
          </p:txBody>
        </p:sp>
        <p:sp>
          <p:nvSpPr>
            <p:cNvPr id="292" name="Rectangle 28"/>
            <p:cNvSpPr/>
            <p:nvPr/>
          </p:nvSpPr>
          <p:spPr>
            <a:xfrm>
              <a:off x="10898640" y="-8640"/>
              <a:ext cx="1288800" cy="6865200"/>
            </a:xfrm>
            <a:custGeom>
              <a:avLst/>
              <a:gdLst>
                <a:gd name="textAreaLeft" fmla="*/ 0 w 1288800"/>
                <a:gd name="textAreaRight" fmla="*/ 1290240 w 1288800"/>
                <a:gd name="textAreaTop" fmla="*/ 0 h 6865200"/>
                <a:gd name="textAreaBottom" fmla="*/ 6866640 h 686520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3" name="Rectangle 29"/>
            <p:cNvSpPr/>
            <p:nvPr/>
          </p:nvSpPr>
          <p:spPr>
            <a:xfrm>
              <a:off x="10938960" y="-8640"/>
              <a:ext cx="1248480" cy="6865200"/>
            </a:xfrm>
            <a:custGeom>
              <a:avLst/>
              <a:gdLst>
                <a:gd name="textAreaLeft" fmla="*/ 0 w 1248480"/>
                <a:gd name="textAreaRight" fmla="*/ 1249920 w 1248480"/>
                <a:gd name="textAreaTop" fmla="*/ 0 h 6865200"/>
                <a:gd name="textAreaBottom" fmla="*/ 6866640 h 686520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4" name="Isosceles Triangle 27"/>
            <p:cNvSpPr/>
            <p:nvPr/>
          </p:nvSpPr>
          <p:spPr>
            <a:xfrm>
              <a:off x="10371600" y="3589920"/>
              <a:ext cx="1815840" cy="3266640"/>
            </a:xfrm>
            <a:prstGeom prst="triangle">
              <a:avLst>
                <a:gd name="adj" fmla="val 100000"/>
              </a:avLst>
            </a:prstGeom>
            <a:solidFill>
              <a:schemeClr val="accent1">
                <a:alpha val="80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sp>
          <p:nvSpPr>
            <p:cNvPr id="295" name="Isosceles Triangle 28"/>
            <p:cNvSpPr/>
            <p:nvPr/>
          </p:nvSpPr>
          <p:spPr>
            <a:xfrm>
              <a:off x="0" y="4013280"/>
              <a:ext cx="447120" cy="2843280"/>
            </a:xfrm>
            <a:prstGeom prst="triangle">
              <a:avLst>
                <a:gd name="adj" fmla="val 0"/>
              </a:avLst>
            </a:prstGeom>
            <a:solidFill>
              <a:schemeClr val="accent1">
                <a:alpha val="85000"/>
              </a:schemeClr>
            </a:solidFill>
            <a:ln>
              <a:noFill/>
            </a:ln>
            <a:effectLst>
              <a:outerShdw blurRad="38160" dir="5400000" dist="2556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rIns="90000" tIns="45000" bIns="45000" anchor="t">
              <a:noAutofit/>
            </a:bodyPr>
            <a:p>
              <a:pPr>
                <a:lnSpc>
                  <a:spcPct val="100000"/>
                </a:lnSpc>
              </a:pPr>
              <a:endParaRPr lang="en-US" sz="1800" b="0" u="none" strike="noStrike">
                <a:solidFill>
                  <a:srgbClr val="000000"/>
                </a:solidFill>
                <a:effectLst/>
                <a:uFillTx/>
                <a:latin typeface="Noto Serif"/>
              </a:endParaRPr>
            </a:p>
          </p:txBody>
        </p:sp>
      </p:grpSp>
      <p:sp>
        <p:nvSpPr>
          <p:cNvPr id="296" name="PlaceHolder 1"/>
          <p:cNvSpPr>
            <a:spLocks noGrp="1"/>
          </p:cNvSpPr>
          <p:nvPr>
            <p:ph type="title"/>
          </p:nvPr>
        </p:nvSpPr>
        <p:spPr>
          <a:xfrm>
            <a:off x="677160" y="609480"/>
            <a:ext cx="8595360" cy="1319400"/>
          </a:xfrm>
          <a:prstGeom prst="rect">
            <a:avLst/>
          </a:prstGeom>
          <a:noFill/>
          <a:ln w="0">
            <a:noFill/>
          </a:ln>
        </p:spPr>
        <p:txBody>
          <a:bodyPr lIns="91440" rIns="91440" tIns="45720" bIns="45720" anchor="t">
            <a:normAutofit/>
          </a:bodyPr>
          <a:p>
            <a:pPr indent="0" defTabSz="457200">
              <a:lnSpc>
                <a:spcPct val="100000"/>
              </a:lnSpc>
              <a:buNone/>
              <a:tabLst>
                <a:tab algn="l" pos="0"/>
              </a:tabLst>
            </a:pPr>
            <a:r>
              <a:rPr lang="en-US" sz="3600" b="0" u="none" strike="noStrike">
                <a:solidFill>
                  <a:schemeClr val="accent1"/>
                </a:solidFill>
                <a:effectLst/>
                <a:uFillTx/>
                <a:latin typeface="Trebuchet MS"/>
              </a:rPr>
              <a:t>Click to edit Master title style</a:t>
            </a:r>
            <a:endParaRPr lang="en-US" sz="3600" b="0" u="none" strike="noStrike">
              <a:solidFill>
                <a:srgbClr val="000000"/>
              </a:solidFill>
              <a:effectLst/>
              <a:uFillTx/>
              <a:latin typeface="Noto Serif"/>
            </a:endParaRPr>
          </a:p>
        </p:txBody>
      </p:sp>
      <p:sp>
        <p:nvSpPr>
          <p:cNvPr id="297" name="PlaceHolder 2"/>
          <p:cNvSpPr>
            <a:spLocks noGrp="1"/>
          </p:cNvSpPr>
          <p:nvPr>
            <p:ph type="body"/>
          </p:nvPr>
        </p:nvSpPr>
        <p:spPr>
          <a:xfrm>
            <a:off x="677160" y="2160720"/>
            <a:ext cx="8595360" cy="3879360"/>
          </a:xfrm>
          <a:prstGeom prst="rect">
            <a:avLst/>
          </a:prstGeom>
          <a:noFill/>
          <a:ln w="0">
            <a:noFill/>
          </a:ln>
        </p:spPr>
        <p:txBody>
          <a:bodyPr lIns="91440" rIns="91440" tIns="45720" bIns="45720" anchor="t">
            <a:noAutofit/>
          </a:bodyPr>
          <a:p>
            <a:pPr marL="343080" indent="-343080" defTabSz="457200">
              <a:lnSpc>
                <a:spcPct val="100000"/>
              </a:lnSpc>
              <a:spcBef>
                <a:spcPts val="1001"/>
              </a:spcBef>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Click to edit Master text styles</a:t>
            </a:r>
            <a:endParaRPr lang="en-US" sz="1800" b="0" u="none" strike="noStrike">
              <a:solidFill>
                <a:srgbClr val="000000"/>
              </a:solidFill>
              <a:effectLst/>
              <a:uFillTx/>
              <a:latin typeface="Noto Serif"/>
            </a:endParaRPr>
          </a:p>
          <a:p>
            <a:pPr marL="743040" lvl="1" indent="-285840" defTabSz="457200">
              <a:lnSpc>
                <a:spcPct val="100000"/>
              </a:lnSpc>
              <a:spcBef>
                <a:spcPts val="1001"/>
              </a:spcBef>
              <a:buClr>
                <a:srgbClr val="90c226"/>
              </a:buClr>
              <a:buSzPct val="80000"/>
              <a:buFont typeface="Wingdings 3" charset="2"/>
              <a:buChar char=""/>
            </a:pPr>
            <a:r>
              <a:rPr lang="en-US" sz="1600" b="0" u="none" strike="noStrike">
                <a:solidFill>
                  <a:schemeClr val="dk1">
                    <a:lumMod val="75000"/>
                    <a:lumOff val="25000"/>
                  </a:schemeClr>
                </a:solidFill>
                <a:effectLst/>
                <a:uFillTx/>
                <a:latin typeface="Trebuchet MS"/>
              </a:rPr>
              <a:t>Second level</a:t>
            </a:r>
            <a:endParaRPr lang="en-US" sz="1600" b="0" u="none" strike="noStrike">
              <a:solidFill>
                <a:srgbClr val="000000"/>
              </a:solidFill>
              <a:effectLst/>
              <a:uFillTx/>
              <a:latin typeface="Noto Serif"/>
            </a:endParaRPr>
          </a:p>
          <a:p>
            <a:pPr marL="1143000" lvl="2" indent="-228600" defTabSz="457200">
              <a:lnSpc>
                <a:spcPct val="100000"/>
              </a:lnSpc>
              <a:spcBef>
                <a:spcPts val="1001"/>
              </a:spcBef>
              <a:buClr>
                <a:srgbClr val="90c226"/>
              </a:buClr>
              <a:buSzPct val="80000"/>
              <a:buFont typeface="Wingdings 3" charset="2"/>
              <a:buChar char=""/>
            </a:pPr>
            <a:r>
              <a:rPr lang="en-US" sz="1400" b="0" u="none" strike="noStrike">
                <a:solidFill>
                  <a:schemeClr val="dk1">
                    <a:lumMod val="75000"/>
                    <a:lumOff val="25000"/>
                  </a:schemeClr>
                </a:solidFill>
                <a:effectLst/>
                <a:uFillTx/>
                <a:latin typeface="Trebuchet MS"/>
              </a:rPr>
              <a:t>Third level</a:t>
            </a:r>
            <a:endParaRPr lang="en-US" sz="1400" b="0" u="none" strike="noStrike">
              <a:solidFill>
                <a:srgbClr val="000000"/>
              </a:solidFill>
              <a:effectLst/>
              <a:uFillTx/>
              <a:latin typeface="Noto Serif"/>
            </a:endParaRPr>
          </a:p>
          <a:p>
            <a:pPr marL="1600200" lvl="3"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Fourth level</a:t>
            </a:r>
            <a:endParaRPr lang="en-US" sz="1200" b="0" u="none" strike="noStrike">
              <a:solidFill>
                <a:srgbClr val="000000"/>
              </a:solidFill>
              <a:effectLst/>
              <a:uFillTx/>
              <a:latin typeface="Noto Serif"/>
            </a:endParaRPr>
          </a:p>
          <a:p>
            <a:pPr marL="2057400" lvl="4" indent="-228600" defTabSz="457200">
              <a:lnSpc>
                <a:spcPct val="100000"/>
              </a:lnSpc>
              <a:spcBef>
                <a:spcPts val="1001"/>
              </a:spcBef>
              <a:buClr>
                <a:srgbClr val="90c226"/>
              </a:buClr>
              <a:buSzPct val="80000"/>
              <a:buFont typeface="Wingdings 3" charset="2"/>
              <a:buChar char=""/>
            </a:pPr>
            <a:r>
              <a:rPr lang="en-US" sz="1200" b="0" u="none" strike="noStrike">
                <a:solidFill>
                  <a:schemeClr val="dk1">
                    <a:lumMod val="75000"/>
                    <a:lumOff val="25000"/>
                  </a:schemeClr>
                </a:solidFill>
                <a:effectLst/>
                <a:uFillTx/>
                <a:latin typeface="Trebuchet MS"/>
              </a:rPr>
              <a:t>Fifth level</a:t>
            </a:r>
            <a:endParaRPr lang="en-US" sz="1200" b="0" u="none" strike="noStrike">
              <a:solidFill>
                <a:srgbClr val="000000"/>
              </a:solidFill>
              <a:effectLst/>
              <a:uFillTx/>
              <a:latin typeface="Noto Serif"/>
            </a:endParaRPr>
          </a:p>
        </p:txBody>
      </p:sp>
      <p:sp>
        <p:nvSpPr>
          <p:cNvPr id="298" name="PlaceHolder 3"/>
          <p:cNvSpPr>
            <a:spLocks noGrp="1"/>
          </p:cNvSpPr>
          <p:nvPr>
            <p:ph type="dt" idx="49"/>
          </p:nvPr>
        </p:nvSpPr>
        <p:spPr>
          <a:xfrm>
            <a:off x="7205040" y="6041520"/>
            <a:ext cx="9104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dk1">
                    <a:tint val="75000"/>
                  </a:schemeClr>
                </a:solidFill>
                <a:effectLst/>
                <a:uFillTx/>
                <a:latin typeface="Trebuchet MS"/>
              </a:defRPr>
            </a:lvl1pPr>
          </a:lstStyle>
          <a:p>
            <a:pPr indent="0" algn="r" defTabSz="457200">
              <a:lnSpc>
                <a:spcPct val="100000"/>
              </a:lnSpc>
              <a:buNone/>
              <a:tabLst>
                <a:tab algn="l" pos="0"/>
              </a:tabLst>
            </a:pPr>
            <a:r>
              <a:rPr lang="en-IN" sz="900" b="0" u="none" strike="noStrike">
                <a:solidFill>
                  <a:schemeClr val="dk1">
                    <a:tint val="75000"/>
                  </a:schemeClr>
                </a:solidFill>
                <a:effectLst/>
                <a:uFillTx/>
                <a:latin typeface="Trebuchet MS"/>
              </a:rPr>
              <a:t>&lt;date/time&gt;</a:t>
            </a:r>
            <a:endParaRPr lang="en-US" sz="900" b="0" u="none" strike="noStrike">
              <a:solidFill>
                <a:srgbClr val="000000"/>
              </a:solidFill>
              <a:effectLst/>
              <a:uFillTx/>
              <a:latin typeface="Noto Serif"/>
            </a:endParaRPr>
          </a:p>
        </p:txBody>
      </p:sp>
      <p:sp>
        <p:nvSpPr>
          <p:cNvPr id="299" name="PlaceHolder 4"/>
          <p:cNvSpPr>
            <a:spLocks noGrp="1"/>
          </p:cNvSpPr>
          <p:nvPr>
            <p:ph type="ftr" idx="50"/>
          </p:nvPr>
        </p:nvSpPr>
        <p:spPr>
          <a:xfrm>
            <a:off x="677160" y="6041520"/>
            <a:ext cx="6296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US" sz="1400" b="0" u="none" strike="noStrike">
                <a:solidFill>
                  <a:srgbClr val="000000"/>
                </a:solidFill>
                <a:effectLst/>
                <a:uFillTx/>
                <a:latin typeface="Noto Serif"/>
              </a:defRPr>
            </a:lvl1pPr>
          </a:lstStyle>
          <a:p>
            <a:pPr indent="0" algn="ctr">
              <a:lnSpc>
                <a:spcPct val="100000"/>
              </a:lnSpc>
              <a:buNone/>
              <a:tabLst>
                <a:tab algn="l" pos="0"/>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Noto Serif"/>
            </a:endParaRPr>
          </a:p>
        </p:txBody>
      </p:sp>
      <p:sp>
        <p:nvSpPr>
          <p:cNvPr id="300" name="PlaceHolder 5"/>
          <p:cNvSpPr>
            <a:spLocks noGrp="1"/>
          </p:cNvSpPr>
          <p:nvPr>
            <p:ph type="sldNum" idx="51"/>
          </p:nvPr>
        </p:nvSpPr>
        <p:spPr>
          <a:xfrm>
            <a:off x="8590680" y="6041520"/>
            <a:ext cx="681840" cy="363600"/>
          </a:xfrm>
          <a:prstGeom prst="rect">
            <a:avLst/>
          </a:prstGeom>
          <a:noFill/>
          <a:ln w="0">
            <a:noFill/>
          </a:ln>
        </p:spPr>
        <p:txBody>
          <a:bodyPr lIns="91440" rIns="91440" tIns="45720" bIns="45720" anchor="ctr">
            <a:noAutofit/>
          </a:bodyPr>
          <a:lstStyle>
            <a:lvl1pPr indent="0" algn="r" defTabSz="457200">
              <a:lnSpc>
                <a:spcPct val="100000"/>
              </a:lnSpc>
              <a:buNone/>
              <a:tabLst>
                <a:tab algn="l" pos="0"/>
              </a:tabLst>
              <a:defRPr lang="en-IN" sz="900" b="0" u="none" strike="noStrike">
                <a:solidFill>
                  <a:schemeClr val="accent1"/>
                </a:solidFill>
                <a:effectLst/>
                <a:uFillTx/>
                <a:latin typeface="Trebuchet MS"/>
              </a:defRPr>
            </a:lvl1pPr>
          </a:lstStyle>
          <a:p>
            <a:pPr indent="0" algn="r" defTabSz="457200">
              <a:lnSpc>
                <a:spcPct val="100000"/>
              </a:lnSpc>
              <a:buNone/>
              <a:tabLst>
                <a:tab algn="l" pos="0"/>
              </a:tabLst>
            </a:pPr>
            <a:fld id="{493BA818-4960-4FE1-81B6-266B405990F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Noto Serif"/>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1" r:id="rId2"/>
    <p:sldLayoutId id="2147483672" r:id="rId3"/>
    <p:sldLayoutId id="2147483673"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title"/>
          </p:nvPr>
        </p:nvSpPr>
        <p:spPr>
          <a:xfrm>
            <a:off x="1371600" y="301680"/>
            <a:ext cx="7693200" cy="1068840"/>
          </a:xfrm>
          <a:prstGeom prst="rect">
            <a:avLst/>
          </a:prstGeom>
          <a:noFill/>
          <a:ln w="0">
            <a:noFill/>
          </a:ln>
        </p:spPr>
        <p:txBody>
          <a:bodyPr lIns="91440" rIns="91440" tIns="45720" bIns="45720" anchor="b">
            <a:normAutofit/>
          </a:bodyPr>
          <a:p>
            <a:pPr indent="0" algn="ctr" defTabSz="457200">
              <a:lnSpc>
                <a:spcPct val="100000"/>
              </a:lnSpc>
              <a:buNone/>
              <a:tabLst>
                <a:tab algn="l" pos="0"/>
              </a:tabLst>
            </a:pPr>
            <a:r>
              <a:rPr lang="en-IN" sz="3200" b="1" u="none" strike="noStrike">
                <a:solidFill>
                  <a:schemeClr val="dk1">
                    <a:lumMod val="85000"/>
                    <a:lumOff val="15000"/>
                  </a:schemeClr>
                </a:solidFill>
                <a:effectLst/>
                <a:uFillTx/>
                <a:latin typeface="Trebuchet MS"/>
              </a:rPr>
              <a:t>Design and Implementation of a Blockchain-Based E-Voting System</a:t>
            </a:r>
            <a:endParaRPr lang="en-US" sz="3200" b="0" u="none" strike="noStrike">
              <a:solidFill>
                <a:srgbClr val="000000"/>
              </a:solidFill>
              <a:effectLst/>
              <a:uFillTx/>
              <a:latin typeface="Noto Serif"/>
            </a:endParaRPr>
          </a:p>
        </p:txBody>
      </p:sp>
      <p:sp>
        <p:nvSpPr>
          <p:cNvPr id="350" name="PlaceHolder 2"/>
          <p:cNvSpPr>
            <a:spLocks noGrp="1"/>
          </p:cNvSpPr>
          <p:nvPr>
            <p:ph type="subTitle"/>
          </p:nvPr>
        </p:nvSpPr>
        <p:spPr>
          <a:xfrm>
            <a:off x="2081880" y="2558520"/>
            <a:ext cx="8500680" cy="2829240"/>
          </a:xfrm>
          <a:prstGeom prst="rect">
            <a:avLst/>
          </a:prstGeom>
          <a:noFill/>
          <a:ln w="0">
            <a:noFill/>
          </a:ln>
        </p:spPr>
        <p:txBody>
          <a:bodyPr lIns="91440" rIns="91440" tIns="45720" bIns="45720" anchor="t">
            <a:normAutofit fontScale="85000" lnSpcReduction="9999"/>
          </a:bodyPr>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TEAM MEMBERS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S.THILLAIARASAN  ( 620822205114 )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M.RAMANA             (  </a:t>
            </a:r>
            <a:r>
              <a:rPr lang="en-US" sz="1800" b="0" u="none" strike="noStrike">
                <a:solidFill>
                  <a:schemeClr val="dk1"/>
                </a:solidFill>
                <a:effectLst/>
                <a:uFillTx/>
                <a:latin typeface="Trebuchet MS"/>
              </a:rPr>
              <a:t>620822205083 )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V.SUGUMARAN      ( </a:t>
            </a:r>
            <a:r>
              <a:rPr lang="en-US" sz="1800" b="0" u="none" strike="noStrike">
                <a:solidFill>
                  <a:schemeClr val="dk1"/>
                </a:solidFill>
                <a:effectLst/>
                <a:uFillTx/>
                <a:latin typeface="Trebuchet MS"/>
              </a:rPr>
              <a:t>620822205107 )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K.UDHAY </a:t>
            </a:r>
            <a:r>
              <a:rPr lang="en-US" sz="1800" b="0" u="none" strike="noStrike">
                <a:solidFill>
                  <a:schemeClr val="dk1"/>
                </a:solidFill>
                <a:effectLst/>
                <a:uFillTx/>
                <a:latin typeface="Trebuchet MS"/>
                <a:ea typeface="Noto Sans"/>
              </a:rPr>
              <a:t>	</a:t>
            </a:r>
            <a:r>
              <a:rPr lang="en-US" sz="1800" b="0" u="none" strike="noStrike">
                <a:solidFill>
                  <a:schemeClr val="dk1"/>
                </a:solidFill>
                <a:effectLst/>
                <a:uFillTx/>
                <a:latin typeface="Trebuchet MS"/>
                <a:ea typeface="Noto Sans"/>
              </a:rPr>
              <a:t>      ( </a:t>
            </a:r>
            <a:r>
              <a:rPr lang="en-US" sz="1800" b="0" u="none" strike="noStrike">
                <a:solidFill>
                  <a:schemeClr val="dk1"/>
                </a:solidFill>
                <a:effectLst/>
                <a:uFillTx/>
                <a:latin typeface="Trebuchet MS"/>
              </a:rPr>
              <a:t>620822205117 )</a:t>
            </a: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endParaRPr lang="en-US" sz="18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GUIDE : MR. JEEVA. D, AP/IT</a:t>
            </a:r>
            <a:endParaRPr lang="en-US" sz="2000" b="0" u="none" strike="noStrike">
              <a:solidFill>
                <a:srgbClr val="000000"/>
              </a:solidFill>
              <a:effectLst/>
              <a:uFillTx/>
              <a:latin typeface="Noto Serif"/>
            </a:endParaRPr>
          </a:p>
          <a:p>
            <a:pPr indent="0" defTabSz="457200">
              <a:lnSpc>
                <a:spcPct val="100000"/>
              </a:lnSpc>
              <a:spcBef>
                <a:spcPts val="1001"/>
              </a:spcBef>
              <a:buNone/>
              <a:tabLst>
                <a:tab algn="l" pos="0"/>
              </a:tabLst>
            </a:pPr>
            <a:r>
              <a:rPr lang="en-US" sz="2000" b="0" u="none" strike="noStrike">
                <a:solidFill>
                  <a:schemeClr val="dk1"/>
                </a:solidFill>
                <a:effectLst/>
                <a:uFillTx/>
                <a:latin typeface="Trebuchet MS"/>
              </a:rPr>
              <a:t> </a:t>
            </a:r>
            <a:endParaRPr lang="en-US" sz="20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1" name="PlaceHolder 1"/>
          <p:cNvSpPr>
            <a:spLocks noGrp="1"/>
          </p:cNvSpPr>
          <p:nvPr>
            <p:ph type="title"/>
          </p:nvPr>
        </p:nvSpPr>
        <p:spPr>
          <a:xfrm>
            <a:off x="1800" y="0"/>
            <a:ext cx="859536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Abstract:</a:t>
            </a:r>
            <a:endParaRPr lang="en-US" sz="3600" b="0" u="none" strike="noStrike">
              <a:solidFill>
                <a:srgbClr val="000000"/>
              </a:solidFill>
              <a:effectLst/>
              <a:uFillTx/>
              <a:latin typeface="Noto Serif"/>
            </a:endParaRPr>
          </a:p>
        </p:txBody>
      </p:sp>
      <p:sp>
        <p:nvSpPr>
          <p:cNvPr id="352" name="PlaceHolder 2"/>
          <p:cNvSpPr>
            <a:spLocks noGrp="1"/>
          </p:cNvSpPr>
          <p:nvPr>
            <p:ph/>
          </p:nvPr>
        </p:nvSpPr>
        <p:spPr>
          <a:xfrm>
            <a:off x="334080" y="915120"/>
            <a:ext cx="9038520" cy="50284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Electronic voting systems have gained attention as a replacement for traditional paper-based elections; however, issues such as vote tampering, lack of transparency, and centralized control continue to raise serious concerns.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address these challenges, this project proposes a Blockchain-Based Secure Electronic Voting System using smart contracts. Blockchain technology provides decentralization, immutability, and transparency, ensuring that votes once recorded cannot be altered or deleted.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In the proposed system, voter registration, vote casting, and result computation are managed through smart contracts deployed on a blockchain network.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vote is securely recorded as a transaction, eliminating the need for a trusted third party. The system is implemented using Solidity for smart contracts, Node.js for backend services, and a web-based user interface for interaction.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 This approach improves trust, security, and auditability in electronic voting while maintaining system simplicity for academic and real-world adaptability.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title"/>
          </p:nvPr>
        </p:nvSpPr>
        <p:spPr>
          <a:xfrm>
            <a:off x="180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Introduction</a:t>
            </a:r>
            <a:endParaRPr lang="en-US" sz="3600" b="0" u="none" strike="noStrike">
              <a:solidFill>
                <a:srgbClr val="000000"/>
              </a:solidFill>
              <a:effectLst/>
              <a:uFillTx/>
              <a:latin typeface="Noto Serif"/>
            </a:endParaRPr>
          </a:p>
        </p:txBody>
      </p:sp>
      <p:sp>
        <p:nvSpPr>
          <p:cNvPr id="354" name="PlaceHolder 2"/>
          <p:cNvSpPr>
            <a:spLocks noGrp="1"/>
          </p:cNvSpPr>
          <p:nvPr>
            <p:ph/>
          </p:nvPr>
        </p:nvSpPr>
        <p:spPr>
          <a:xfrm>
            <a:off x="334080" y="915120"/>
            <a:ext cx="9038520" cy="50284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Elections play a crucial role in democratic systems, requiring high levels of trust, accuracy, and transparency. Traditional voting methods, including paper ballots and centralized electronic voting machines, are vulnerable to manipulation, human error, and lack of verifiability. With the increasing digitization of government services, the demand for a secure and transparent electronic voting solution has become more significant.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 technology, originally introduced for cryptocurrencies, has emerged as a powerful platform for secure record management due to its decentralized and immutable nature.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project explores the application of blockchain technology in the electronic voting domain. By leveraging smart contracts, the proposed system ensures that voter registration, vote casting, and result declaration follow predefined rules without human intervention. </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vote is cryptographically secured and permanently recorded on the blockchain, making unauthorized modifications practically impossible. The system aims to demonstrate how blockchain can enhance electoral transparency and trust while reducing dependency on centralized authorities.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PlaceHolder 1"/>
          <p:cNvSpPr>
            <a:spLocks noGrp="1"/>
          </p:cNvSpPr>
          <p:nvPr>
            <p:ph type="title"/>
          </p:nvPr>
        </p:nvSpPr>
        <p:spPr>
          <a:xfrm>
            <a:off x="0" y="0"/>
            <a:ext cx="8595360" cy="6858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Problem Statement:</a:t>
            </a:r>
            <a:endParaRPr lang="en-US" sz="3600" b="0" u="none" strike="noStrike">
              <a:solidFill>
                <a:srgbClr val="000000"/>
              </a:solidFill>
              <a:effectLst/>
              <a:uFillTx/>
              <a:latin typeface="Noto Serif"/>
            </a:endParaRPr>
          </a:p>
        </p:txBody>
      </p:sp>
      <p:sp>
        <p:nvSpPr>
          <p:cNvPr id="356" name="PlaceHolder 2"/>
          <p:cNvSpPr>
            <a:spLocks noGrp="1"/>
          </p:cNvSpPr>
          <p:nvPr>
            <p:ph/>
          </p:nvPr>
        </p:nvSpPr>
        <p:spPr>
          <a:xfrm>
            <a:off x="333000" y="914400"/>
            <a:ext cx="9038520" cy="50284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Existing electronic voting systems lack transparency and verifiability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Voters cannot independently verify whether their votes are recorded correctly.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databases are vulnerable to cyber-attacks and unauthorized modifications.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Manual verification and audit processes are time-consuming and error-prone.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There is a need for a secure, transparent, and verifiable voting system that minimizes human intervention.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challenge is to design a system that ensures one-person-one-vote while preserving data integrity.</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0" y="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1" u="none" strike="noStrike">
                <a:solidFill>
                  <a:schemeClr val="dk1"/>
                </a:solidFill>
                <a:effectLst/>
                <a:uFillTx/>
                <a:latin typeface="Trebuchet MS"/>
              </a:rPr>
              <a:t>OBJECTIVE</a:t>
            </a:r>
            <a:r>
              <a:rPr lang="en-IN" sz="3600" b="0"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58" name="PlaceHolder 2"/>
          <p:cNvSpPr>
            <a:spLocks noGrp="1"/>
          </p:cNvSpPr>
          <p:nvPr>
            <p:ph/>
          </p:nvPr>
        </p:nvSpPr>
        <p:spPr>
          <a:xfrm>
            <a:off x="677160" y="1045440"/>
            <a:ext cx="8595360" cy="443988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design a secure and transparent electronic voting system using blockchain technology.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prevent vote tampering and duplicate voting using smart contracts.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enable verifiable and immutable vote storage.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reduce reliance on centralized election authorities.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provide a simple and user-friendly interface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To demonstrate a real-world application of blockchain in governance systems.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title"/>
          </p:nvPr>
        </p:nvSpPr>
        <p:spPr>
          <a:xfrm>
            <a:off x="-25200" y="0"/>
            <a:ext cx="8254800" cy="914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Existing System</a:t>
            </a:r>
            <a:endParaRPr lang="en-US" sz="3600" b="0" u="none" strike="noStrike">
              <a:solidFill>
                <a:srgbClr val="000000"/>
              </a:solidFill>
              <a:effectLst/>
              <a:uFillTx/>
              <a:latin typeface="Noto Serif"/>
            </a:endParaRPr>
          </a:p>
        </p:txBody>
      </p:sp>
      <p:sp>
        <p:nvSpPr>
          <p:cNvPr id="360" name="PlaceHolder 2"/>
          <p:cNvSpPr>
            <a:spLocks noGrp="1"/>
          </p:cNvSpPr>
          <p:nvPr>
            <p:ph/>
          </p:nvPr>
        </p:nvSpPr>
        <p:spPr>
          <a:xfrm>
            <a:off x="457200" y="727560"/>
            <a:ext cx="8080920" cy="270144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Centralized electronic voting infrastructure.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Election data stored in traditional databases.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 counting and result generation controlled by authorities.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Limited transparency for voters.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Manual audits required to verify results.</a:t>
            </a:r>
            <a:endParaRPr lang="en-US" sz="1800" b="0" u="none" strike="noStrike">
              <a:solidFill>
                <a:srgbClr val="000000"/>
              </a:solidFill>
              <a:effectLst/>
              <a:uFillTx/>
              <a:latin typeface="Noto Serif"/>
            </a:endParaRPr>
          </a:p>
        </p:txBody>
      </p:sp>
      <p:sp>
        <p:nvSpPr>
          <p:cNvPr id="361" name="Rectangle 3"/>
          <p:cNvSpPr/>
          <p:nvPr/>
        </p:nvSpPr>
        <p:spPr>
          <a:xfrm>
            <a:off x="0" y="3571200"/>
            <a:ext cx="350064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Disadvantage</a:t>
            </a:r>
            <a:endParaRPr lang="en-US" sz="3600" b="0" u="none" strike="noStrike">
              <a:solidFill>
                <a:srgbClr val="000000"/>
              </a:solidFill>
              <a:effectLst/>
              <a:uFillTx/>
              <a:latin typeface="Noto Serif"/>
            </a:endParaRPr>
          </a:p>
        </p:txBody>
      </p:sp>
      <p:sp>
        <p:nvSpPr>
          <p:cNvPr id="362" name="Content Placeholder 1"/>
          <p:cNvSpPr/>
          <p:nvPr/>
        </p:nvSpPr>
        <p:spPr>
          <a:xfrm>
            <a:off x="457200" y="4215960"/>
            <a:ext cx="8080920" cy="270144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Single point of failure.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Susceptible to hacking and data manipulation.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Lack of voter trust and transparency.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Difficult to audit independently.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operational and verification costs.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43560" y="156240"/>
            <a:ext cx="8595360" cy="78876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PROPOSED SYSTEM :</a:t>
            </a:r>
            <a:endParaRPr lang="en-US" sz="3600" b="0" u="none" strike="noStrike">
              <a:solidFill>
                <a:srgbClr val="000000"/>
              </a:solidFill>
              <a:effectLst/>
              <a:uFillTx/>
              <a:latin typeface="Noto Serif"/>
            </a:endParaRPr>
          </a:p>
        </p:txBody>
      </p:sp>
      <p:sp>
        <p:nvSpPr>
          <p:cNvPr id="364" name="PlaceHolder 2"/>
          <p:cNvSpPr>
            <a:spLocks noGrp="1"/>
          </p:cNvSpPr>
          <p:nvPr>
            <p:ph/>
          </p:nvPr>
        </p:nvSpPr>
        <p:spPr>
          <a:xfrm>
            <a:off x="548640" y="946080"/>
            <a:ext cx="8595360" cy="2711520"/>
          </a:xfrm>
          <a:prstGeom prst="rect">
            <a:avLst/>
          </a:prstGeom>
          <a:noFill/>
          <a:ln w="0">
            <a:noFill/>
          </a:ln>
        </p:spPr>
        <p:txBody>
          <a:bodyPr lIns="91440" rIns="91440" tIns="45720" bIns="4572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Blockchain-based decentralized voting system.</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manage voter registration and voting logic.</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Votes stored on blockchain ensuring immutability.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Transparent result computation.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Automated enforcement of election rules.</a:t>
            </a:r>
            <a:endParaRPr lang="en-US" sz="1800" b="0" u="none" strike="noStrike">
              <a:solidFill>
                <a:srgbClr val="000000"/>
              </a:solidFill>
              <a:effectLst/>
              <a:uFillTx/>
              <a:latin typeface="Noto Serif"/>
            </a:endParaRPr>
          </a:p>
        </p:txBody>
      </p:sp>
      <p:sp>
        <p:nvSpPr>
          <p:cNvPr id="365" name="Rectangle 4"/>
          <p:cNvSpPr/>
          <p:nvPr/>
        </p:nvSpPr>
        <p:spPr>
          <a:xfrm>
            <a:off x="184680" y="3560400"/>
            <a:ext cx="312120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Advantage </a:t>
            </a:r>
            <a:endParaRPr lang="en-US" sz="3600" b="0" u="none" strike="noStrike">
              <a:solidFill>
                <a:srgbClr val="000000"/>
              </a:solidFill>
              <a:effectLst/>
              <a:uFillTx/>
              <a:latin typeface="Noto Serif"/>
            </a:endParaRPr>
          </a:p>
        </p:txBody>
      </p:sp>
      <p:sp>
        <p:nvSpPr>
          <p:cNvPr id="366" name="Content Placeholder 4"/>
          <p:cNvSpPr/>
          <p:nvPr/>
        </p:nvSpPr>
        <p:spPr>
          <a:xfrm>
            <a:off x="548640" y="4207320"/>
            <a:ext cx="8595360" cy="265068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No single point of failure.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Tamper-proof and immutable vote records.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Improved transparency and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Reduced manual verification.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High security through cryptographic techniques.</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PlaceHolder 1"/>
          <p:cNvSpPr>
            <a:spLocks noGrp="1"/>
          </p:cNvSpPr>
          <p:nvPr>
            <p:ph type="title"/>
          </p:nvPr>
        </p:nvSpPr>
        <p:spPr>
          <a:xfrm>
            <a:off x="0" y="20520"/>
            <a:ext cx="9600120" cy="43632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Noto Serif"/>
            </a:endParaRPr>
          </a:p>
        </p:txBody>
      </p:sp>
      <p:sp>
        <p:nvSpPr>
          <p:cNvPr id="368" name=""/>
          <p:cNvSpPr/>
          <p:nvPr/>
        </p:nvSpPr>
        <p:spPr>
          <a:xfrm>
            <a:off x="2971800" y="685800"/>
            <a:ext cx="3885480" cy="68544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User Interface / Web Page</a:t>
            </a:r>
            <a:endParaRPr lang="en-US" sz="1800" b="0" u="none" strike="noStrike">
              <a:solidFill>
                <a:srgbClr val="ffffff"/>
              </a:solidFill>
              <a:effectLst/>
              <a:uFillTx/>
              <a:latin typeface="Noto Serif"/>
            </a:endParaRPr>
          </a:p>
        </p:txBody>
      </p:sp>
      <p:sp>
        <p:nvSpPr>
          <p:cNvPr id="369" name=""/>
          <p:cNvSpPr/>
          <p:nvPr/>
        </p:nvSpPr>
        <p:spPr>
          <a:xfrm>
            <a:off x="2920680" y="4343400"/>
            <a:ext cx="3885480" cy="685440"/>
          </a:xfrm>
          <a:prstGeom prst="roundRect">
            <a:avLst>
              <a:gd name="adj" fmla="val 16667"/>
            </a:avLst>
          </a:prstGeom>
          <a:solidFill>
            <a:srgbClr val="ff5429"/>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Smart Contract ( Solidity )</a:t>
            </a:r>
            <a:endParaRPr lang="en-US" sz="1800" b="0" u="none" strike="noStrike">
              <a:solidFill>
                <a:srgbClr val="ffffff"/>
              </a:solidFill>
              <a:effectLst/>
              <a:uFillTx/>
              <a:latin typeface="Noto Serif"/>
            </a:endParaRPr>
          </a:p>
        </p:txBody>
      </p:sp>
      <p:sp>
        <p:nvSpPr>
          <p:cNvPr id="370" name=""/>
          <p:cNvSpPr/>
          <p:nvPr/>
        </p:nvSpPr>
        <p:spPr>
          <a:xfrm>
            <a:off x="2971800" y="3429000"/>
            <a:ext cx="3885480" cy="6854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Local Blockchain Network</a:t>
            </a:r>
            <a:endParaRPr lang="en-US" sz="1800" b="0" u="none" strike="noStrike">
              <a:solidFill>
                <a:srgbClr val="000000"/>
              </a:solidFill>
              <a:effectLst/>
              <a:uFillTx/>
              <a:latin typeface="Noto Serif"/>
            </a:endParaRPr>
          </a:p>
        </p:txBody>
      </p:sp>
      <p:sp>
        <p:nvSpPr>
          <p:cNvPr id="371" name=""/>
          <p:cNvSpPr/>
          <p:nvPr/>
        </p:nvSpPr>
        <p:spPr>
          <a:xfrm>
            <a:off x="2972160" y="2514600"/>
            <a:ext cx="3885480" cy="685440"/>
          </a:xfrm>
          <a:prstGeom prst="roundRect">
            <a:avLst>
              <a:gd name="adj" fmla="val 16667"/>
            </a:avLst>
          </a:prstGeom>
          <a:solidFill>
            <a:srgbClr val="ff860d"/>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Express API and validation</a:t>
            </a:r>
            <a:endParaRPr lang="en-US" sz="1800" b="0" u="none" strike="noStrike">
              <a:solidFill>
                <a:srgbClr val="000000"/>
              </a:solidFill>
              <a:effectLst/>
              <a:uFillTx/>
              <a:latin typeface="Noto Serif"/>
            </a:endParaRPr>
          </a:p>
        </p:txBody>
      </p:sp>
      <p:sp>
        <p:nvSpPr>
          <p:cNvPr id="372" name=""/>
          <p:cNvSpPr/>
          <p:nvPr/>
        </p:nvSpPr>
        <p:spPr>
          <a:xfrm>
            <a:off x="2971800" y="1600200"/>
            <a:ext cx="3885480" cy="685440"/>
          </a:xfrm>
          <a:prstGeom prst="roundRect">
            <a:avLst>
              <a:gd name="adj" fmla="val 16667"/>
            </a:avLst>
          </a:prstGeom>
          <a:solidFill>
            <a:srgbClr val="d4ea6b"/>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Backend ( node.js )</a:t>
            </a:r>
            <a:endParaRPr lang="en-US" sz="1800" b="0" u="none" strike="noStrike">
              <a:solidFill>
                <a:srgbClr val="000000"/>
              </a:solidFill>
              <a:effectLst/>
              <a:uFillTx/>
              <a:latin typeface="Noto Serif"/>
            </a:endParaRPr>
          </a:p>
        </p:txBody>
      </p:sp>
      <p:sp>
        <p:nvSpPr>
          <p:cNvPr id="373" name=""/>
          <p:cNvSpPr/>
          <p:nvPr/>
        </p:nvSpPr>
        <p:spPr>
          <a:xfrm>
            <a:off x="2971800" y="6172200"/>
            <a:ext cx="3885840" cy="685440"/>
          </a:xfrm>
          <a:prstGeom prst="roundRect">
            <a:avLst>
              <a:gd name="adj" fmla="val 16667"/>
            </a:avLst>
          </a:prstGeom>
          <a:solidFill>
            <a:srgbClr val="f10d0c"/>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Vote Denied</a:t>
            </a:r>
            <a:endParaRPr lang="en-US" sz="1800" b="0" u="none" strike="noStrike">
              <a:solidFill>
                <a:srgbClr val="ffffff"/>
              </a:solidFill>
              <a:effectLst/>
              <a:uFillTx/>
              <a:latin typeface="Noto Serif"/>
            </a:endParaRPr>
          </a:p>
        </p:txBody>
      </p:sp>
      <p:sp>
        <p:nvSpPr>
          <p:cNvPr id="374" name=""/>
          <p:cNvSpPr/>
          <p:nvPr/>
        </p:nvSpPr>
        <p:spPr>
          <a:xfrm>
            <a:off x="6400800" y="5562720"/>
            <a:ext cx="685800" cy="36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5" name=""/>
          <p:cNvSpPr/>
          <p:nvPr/>
        </p:nvSpPr>
        <p:spPr>
          <a:xfrm>
            <a:off x="4800600" y="59436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6" name=""/>
          <p:cNvSpPr/>
          <p:nvPr/>
        </p:nvSpPr>
        <p:spPr>
          <a:xfrm>
            <a:off x="4800600" y="50292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7" name=""/>
          <p:cNvSpPr/>
          <p:nvPr/>
        </p:nvSpPr>
        <p:spPr>
          <a:xfrm>
            <a:off x="4800600" y="32004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8" name=""/>
          <p:cNvSpPr/>
          <p:nvPr/>
        </p:nvSpPr>
        <p:spPr>
          <a:xfrm>
            <a:off x="4800600" y="41148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79" name=""/>
          <p:cNvSpPr/>
          <p:nvPr/>
        </p:nvSpPr>
        <p:spPr>
          <a:xfrm>
            <a:off x="4833360" y="22626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0" name=""/>
          <p:cNvSpPr/>
          <p:nvPr/>
        </p:nvSpPr>
        <p:spPr>
          <a:xfrm>
            <a:off x="4800600" y="1371600"/>
            <a:ext cx="360" cy="228600"/>
          </a:xfrm>
          <a:prstGeom prst="line">
            <a:avLst/>
          </a:prstGeom>
          <a:ln w="0">
            <a:solidFill>
              <a:srgbClr val="3465a4"/>
            </a:solidFill>
            <a:tailEnd len="med" type="triangle" w="med"/>
          </a:ln>
        </p:spPr>
        <p:style>
          <a:lnRef idx="0"/>
          <a:fillRef idx="0"/>
          <a:effectRef idx="0"/>
          <a:fontRef idx="minor"/>
        </p:style>
        <p:txBody>
          <a:bodyPr lIns="90000" rIns="90000" tIns="45000" bIns="45000" anchor="ctr">
            <a:noAutofit/>
          </a:bodyPr>
          <a:p>
            <a:endParaRPr lang="en-US" sz="1800" b="0" u="none" strike="noStrike">
              <a:solidFill>
                <a:srgbClr val="000000"/>
              </a:solidFill>
              <a:effectLst/>
              <a:uFillTx/>
              <a:latin typeface="Noto Serif"/>
            </a:endParaRPr>
          </a:p>
        </p:txBody>
      </p:sp>
      <p:sp>
        <p:nvSpPr>
          <p:cNvPr id="381" name=""/>
          <p:cNvSpPr/>
          <p:nvPr/>
        </p:nvSpPr>
        <p:spPr>
          <a:xfrm>
            <a:off x="7086600" y="5257800"/>
            <a:ext cx="2057040" cy="68544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Store Vote</a:t>
            </a:r>
            <a:endParaRPr lang="en-US" sz="1800" b="0" u="none" strike="noStrike">
              <a:solidFill>
                <a:srgbClr val="000000"/>
              </a:solidFill>
              <a:effectLst/>
              <a:uFillTx/>
              <a:latin typeface="Noto Serif"/>
            </a:endParaRPr>
          </a:p>
        </p:txBody>
      </p:sp>
      <p:sp>
        <p:nvSpPr>
          <p:cNvPr id="382" name=""/>
          <p:cNvSpPr/>
          <p:nvPr/>
        </p:nvSpPr>
        <p:spPr>
          <a:xfrm>
            <a:off x="2971800" y="5257800"/>
            <a:ext cx="3657240" cy="685440"/>
          </a:xfrm>
          <a:prstGeom prst="diamond">
            <a:avLst/>
          </a:prstGeom>
          <a:solidFill>
            <a:srgbClr val="808080"/>
          </a:solidFill>
          <a:ln w="0">
            <a:solidFill>
              <a:srgbClr val="3465a4"/>
            </a:solidFill>
          </a:ln>
        </p:spPr>
        <p:style>
          <a:lnRef idx="0"/>
          <a:fillRef idx="0"/>
          <a:effectRef idx="0"/>
          <a:fontRef idx="minor"/>
        </p:style>
        <p:txBody>
          <a:bodyPr lIns="90000" rIns="90000" tIns="45000" bIns="45000" anchor="ctr">
            <a:noAutofit/>
          </a:bodyPr>
          <a:p>
            <a:pPr algn="ctr">
              <a:lnSpc>
                <a:spcPct val="100000"/>
              </a:lnSpc>
            </a:pPr>
            <a:r>
              <a:rPr lang="en-US" sz="1800" b="0" u="none" strike="noStrike">
                <a:solidFill>
                  <a:srgbClr val="000000"/>
                </a:solidFill>
                <a:effectLst/>
                <a:uFillTx/>
                <a:latin typeface="Noto Serif"/>
              </a:rPr>
              <a:t>Is user voted ? </a:t>
            </a:r>
            <a:endParaRPr lang="en-US" sz="1800" b="0" u="none" strike="noStrike">
              <a:solidFill>
                <a:srgbClr val="ffffff"/>
              </a:solidFill>
              <a:effectLst/>
              <a:uFillTx/>
              <a:latin typeface="Noto Serif"/>
            </a:endParaRPr>
          </a:p>
        </p:txBody>
      </p:sp>
      <p:sp>
        <p:nvSpPr>
          <p:cNvPr id="383" name=""/>
          <p:cNvSpPr/>
          <p:nvPr/>
        </p:nvSpPr>
        <p:spPr>
          <a:xfrm>
            <a:off x="5070960" y="5874480"/>
            <a:ext cx="415080" cy="2973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200" b="0" u="none" strike="noStrike">
                <a:solidFill>
                  <a:srgbClr val="000000"/>
                </a:solidFill>
                <a:effectLst/>
                <a:uFillTx/>
                <a:latin typeface="Noto Serif"/>
              </a:rPr>
              <a:t>Yes</a:t>
            </a:r>
            <a:endParaRPr lang="en-US" sz="1200" b="0" u="none" strike="noStrike">
              <a:solidFill>
                <a:srgbClr val="000000"/>
              </a:solidFill>
              <a:effectLst/>
              <a:uFillTx/>
              <a:latin typeface="Noto Serif"/>
            </a:endParaRPr>
          </a:p>
        </p:txBody>
      </p:sp>
      <p:sp>
        <p:nvSpPr>
          <p:cNvPr id="384" name=""/>
          <p:cNvSpPr/>
          <p:nvPr/>
        </p:nvSpPr>
        <p:spPr>
          <a:xfrm>
            <a:off x="6629400" y="5257800"/>
            <a:ext cx="384480" cy="29736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US" sz="1200" b="0" u="none" strike="noStrike">
                <a:solidFill>
                  <a:srgbClr val="000000"/>
                </a:solidFill>
                <a:effectLst/>
                <a:uFillTx/>
                <a:latin typeface="Noto Serif"/>
              </a:rPr>
              <a:t>No</a:t>
            </a:r>
            <a:endParaRPr lang="en-US" sz="12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4356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6" name="PlaceHolder 2"/>
          <p:cNvSpPr>
            <a:spLocks noGrp="1"/>
          </p:cNvSpPr>
          <p:nvPr>
            <p:ph/>
          </p:nvPr>
        </p:nvSpPr>
        <p:spPr>
          <a:xfrm>
            <a:off x="266400" y="205560"/>
            <a:ext cx="8595360" cy="619920"/>
          </a:xfrm>
          <a:prstGeom prst="rect">
            <a:avLst/>
          </a:prstGeom>
          <a:noFill/>
          <a:ln w="0">
            <a:noFill/>
          </a:ln>
        </p:spPr>
        <p:txBody>
          <a:bodyPr lIns="91440" rIns="91440" tIns="45720" bIns="45720" anchor="t">
            <a:normAutofit fontScale="25000" lnSpcReduction="19999"/>
          </a:bodyPr>
          <a:p>
            <a:pPr marL="343080" indent="-343080" algn="just" defTabSz="457200">
              <a:lnSpc>
                <a:spcPct val="150000"/>
              </a:lnSpc>
              <a:spcBef>
                <a:spcPts val="1001"/>
              </a:spcBef>
              <a:buNone/>
              <a:tabLst>
                <a:tab algn="l" pos="0"/>
              </a:tabLst>
            </a:pPr>
            <a:r>
              <a:rPr lang="en-IN" sz="14400" b="1" u="none" strike="noStrike">
                <a:solidFill>
                  <a:schemeClr val="dk1"/>
                </a:solidFill>
                <a:effectLst/>
                <a:uFillTx/>
                <a:latin typeface="Trebuchet MS"/>
              </a:rPr>
              <a:t>MODULES :</a:t>
            </a:r>
            <a:endParaRPr lang="en-US" sz="14400" b="0" u="none" strike="noStrike">
              <a:solidFill>
                <a:srgbClr val="000000"/>
              </a:solidFill>
              <a:effectLst/>
              <a:uFillTx/>
              <a:latin typeface="Noto Serif"/>
            </a:endParaRPr>
          </a:p>
          <a:p>
            <a:pPr marL="343080" indent="0" algn="just" defTabSz="457200">
              <a:lnSpc>
                <a:spcPct val="150000"/>
              </a:lnSpc>
              <a:spcBef>
                <a:spcPts val="1001"/>
              </a:spcBef>
              <a:buNone/>
              <a:tabLst>
                <a:tab algn="l" pos="0"/>
              </a:tabLst>
            </a:pPr>
            <a:endParaRPr lang="en-US" sz="1800" b="0" u="none" strike="noStrike">
              <a:solidFill>
                <a:srgbClr val="000000"/>
              </a:solidFill>
              <a:effectLst/>
              <a:uFillTx/>
              <a:latin typeface="Noto Serif"/>
            </a:endParaRPr>
          </a:p>
        </p:txBody>
      </p:sp>
      <p:sp>
        <p:nvSpPr>
          <p:cNvPr id="387" name="Rectangle 4"/>
          <p:cNvSpPr/>
          <p:nvPr/>
        </p:nvSpPr>
        <p:spPr>
          <a:xfrm>
            <a:off x="275760" y="3599280"/>
            <a:ext cx="3030480" cy="644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Noto Serif"/>
            </a:endParaRPr>
          </a:p>
        </p:txBody>
      </p:sp>
      <p:sp>
        <p:nvSpPr>
          <p:cNvPr id="388" name="Content Placeholder 5"/>
          <p:cNvSpPr/>
          <p:nvPr/>
        </p:nvSpPr>
        <p:spPr>
          <a:xfrm>
            <a:off x="677520" y="1371600"/>
            <a:ext cx="8595360" cy="3427920"/>
          </a:xfrm>
          <a:prstGeom prst="rect">
            <a:avLst/>
          </a:prstGeom>
          <a:noFill/>
          <a:ln w="0">
            <a:noFill/>
          </a:ln>
        </p:spPr>
        <p:style>
          <a:lnRef idx="0"/>
          <a:fillRef idx="0"/>
          <a:effectRef idx="0"/>
          <a:fontRef idx="minor"/>
        </p:style>
        <p:txBody>
          <a:bodyPr lIns="90000" rIns="90000" tIns="45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User Interface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 Registration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Voting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 Verification Module</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Result Management Module</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title"/>
          </p:nvPr>
        </p:nvSpPr>
        <p:spPr>
          <a:xfrm>
            <a:off x="28260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IN" sz="3600" b="0" u="none" strike="noStrike">
                <a:solidFill>
                  <a:schemeClr val="dk1"/>
                </a:solidFill>
                <a:effectLst/>
                <a:uFillTx/>
                <a:latin typeface="Trebuchet MS"/>
              </a:rPr>
              <a:t>MODULE 1:</a:t>
            </a:r>
            <a:br>
              <a:rPr sz="3600"/>
            </a:br>
            <a:r>
              <a:rPr lang="en-IN" sz="3600" b="0" u="none" strike="noStrike">
                <a:solidFill>
                  <a:schemeClr val="dk1"/>
                </a:solidFill>
                <a:effectLst/>
                <a:uFillTx/>
                <a:latin typeface="Trebuchet MS"/>
              </a:rPr>
              <a:t>EXPLANATION :</a:t>
            </a:r>
            <a:endParaRPr lang="en-US" sz="3600" b="0" u="none" strike="noStrike">
              <a:solidFill>
                <a:srgbClr val="000000"/>
              </a:solidFill>
              <a:effectLst/>
              <a:uFillTx/>
              <a:latin typeface="Noto Serif"/>
            </a:endParaRPr>
          </a:p>
        </p:txBody>
      </p:sp>
      <p:sp>
        <p:nvSpPr>
          <p:cNvPr id="390" name="PlaceHolder 2"/>
          <p:cNvSpPr>
            <a:spLocks noGrp="1"/>
          </p:cNvSpPr>
          <p:nvPr>
            <p:ph/>
          </p:nvPr>
        </p:nvSpPr>
        <p:spPr>
          <a:xfrm>
            <a:off x="776160" y="1600200"/>
            <a:ext cx="8595360" cy="4342320"/>
          </a:xfrm>
          <a:prstGeom prst="rect">
            <a:avLst/>
          </a:prstGeom>
          <a:noFill/>
          <a:ln w="0">
            <a:noFill/>
          </a:ln>
        </p:spPr>
        <p:txBody>
          <a:bodyPr lIns="91440" rIns="91440" tIns="45720" bIns="45720" anchor="t">
            <a:norm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Voter registration is performed by the election administrator.</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Each voter is registered using a unique blockchain wallet address.</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 verifies whether the voter is already registered.</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Only registered voters are permitted to participate in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Registration data is stored securely and immutably on blockchain.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module ensures authentication and prevents unauthorized voting.</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74520" y="156240"/>
            <a:ext cx="8595360" cy="1319400"/>
          </a:xfrm>
          <a:prstGeom prst="rect">
            <a:avLst/>
          </a:prstGeom>
          <a:noFill/>
          <a:ln w="0">
            <a:noFill/>
          </a:ln>
        </p:spPr>
        <p:txBody>
          <a:bodyPr lIns="91440" rIns="91440" tIns="45720" bIns="45720" anchor="t">
            <a:noAutofit/>
          </a:bodyPr>
          <a:p>
            <a:pPr indent="0" defTabSz="457200">
              <a:lnSpc>
                <a:spcPct val="100000"/>
              </a:lnSpc>
              <a:buNone/>
              <a:tabLst>
                <a:tab algn="l" pos="0"/>
              </a:tabLst>
            </a:pPr>
            <a:r>
              <a:rPr lang="en-US" sz="3600" b="1" u="none" strike="noStrike">
                <a:solidFill>
                  <a:schemeClr val="dk1"/>
                </a:solidFill>
                <a:effectLst/>
                <a:uFillTx/>
                <a:latin typeface="Trebuchet MS"/>
              </a:rPr>
              <a:t>CONCLUSION</a:t>
            </a:r>
            <a:endParaRPr lang="en-US" sz="3600" b="0" u="none" strike="noStrike">
              <a:solidFill>
                <a:srgbClr val="000000"/>
              </a:solidFill>
              <a:effectLst/>
              <a:uFillTx/>
              <a:latin typeface="Noto Serif"/>
            </a:endParaRPr>
          </a:p>
        </p:txBody>
      </p:sp>
      <p:sp>
        <p:nvSpPr>
          <p:cNvPr id="392" name="PlaceHolder 2"/>
          <p:cNvSpPr>
            <a:spLocks noGrp="1"/>
          </p:cNvSpPr>
          <p:nvPr>
            <p:ph/>
          </p:nvPr>
        </p:nvSpPr>
        <p:spPr>
          <a:xfrm>
            <a:off x="547560" y="914400"/>
            <a:ext cx="8595360" cy="4447080"/>
          </a:xfrm>
          <a:prstGeom prst="rect">
            <a:avLst/>
          </a:prstGeom>
          <a:noFill/>
          <a:ln w="0">
            <a:noFill/>
          </a:ln>
        </p:spPr>
        <p:txBody>
          <a:bodyPr lIns="91440" rIns="91440" tIns="45720" bIns="45720" anchor="t">
            <a:normAutofit lnSpcReduction="9999"/>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proposed blockchain-based voting system addresses major drawbacks of traditional electronic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Decentralization eliminates single points of failure and increases system reliability.</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Smart contracts enforce election rules automatically without human intervention.</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system enhances transparency, security, and voter trust.</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The prototype demonstrates the practical feasibility of blockchain in electronic voting.</a:t>
            </a:r>
            <a:endParaRPr lang="en-US" sz="1800" b="0" u="none" strike="noStrike">
              <a:solidFill>
                <a:srgbClr val="000000"/>
              </a:solidFill>
              <a:effectLst/>
              <a:uFillTx/>
              <a:latin typeface="Noto Serif"/>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rPr>
              <a:t>This work lays the foundation for future large-scale and national-level implementations.</a:t>
            </a:r>
            <a:endParaRPr lang="en-US" sz="1800" b="0" u="none" strike="noStrike">
              <a:solidFill>
                <a:srgbClr val="000000"/>
              </a:solidFill>
              <a:effectLst/>
              <a:uFillTx/>
              <a:latin typeface="Noto Serif"/>
            </a:endParaRPr>
          </a:p>
        </p:txBody>
      </p:sp>
      <p:sp>
        <p:nvSpPr>
          <p:cNvPr id="393" name="Cloud Callout 3"/>
          <p:cNvSpPr/>
          <p:nvPr/>
        </p:nvSpPr>
        <p:spPr>
          <a:xfrm>
            <a:off x="2986560" y="5048640"/>
            <a:ext cx="4658040" cy="1272960"/>
          </a:xfrm>
          <a:prstGeom prst="cloudCallout">
            <a:avLst>
              <a:gd name="adj1" fmla="val -20833"/>
              <a:gd name="adj2" fmla="val 62500"/>
            </a:avLst>
          </a:prstGeom>
          <a:solidFill>
            <a:schemeClr val="bg1"/>
          </a:solidFill>
          <a:ln cap="rnd">
            <a:solidFill>
              <a:srgbClr val="6a8f1c"/>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rPr>
              <a:t>THANK YOU !</a:t>
            </a:r>
            <a:endParaRPr lang="en-US" sz="1800" b="0" u="none" strike="noStrike">
              <a:solidFill>
                <a:srgbClr val="000000"/>
              </a:solidFill>
              <a:effectLst/>
              <a:uFillTx/>
              <a:latin typeface="Noto Serif"/>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itchFamily="0" charset="1"/>
        <a:ea typeface=""/>
        <a:cs typeface=""/>
      </a:majorFont>
      <a:minorFont>
        <a:latin typeface="Trebuchet MS" pitchFamily="0" charset="1"/>
        <a:ea typeface=""/>
        <a:cs typeface=""/>
      </a:minorFont>
    </a:fontScheme>
    <a:fmtScheme>
      <a:fillStyleLst>
        <a:solidFill>
          <a:schemeClr val="phClr"/>
        </a:solidFill>
        <a:gradFill>
          <a:gsLst>
            <a:gs pos="0">
              <a:schemeClr val="phClr">
                <a:tint val="65000"/>
                <a:lumMod val="110000"/>
              </a:schemeClr>
            </a:gs>
            <a:gs pos="88000">
              <a:schemeClr val="phClr">
                <a:tint val="90000"/>
              </a:schemeClr>
            </a:gs>
          </a:gsLst>
          <a:lin ang="5400000" scaled="0"/>
          <a:tileRect l="0" t="0" r="0" b="0"/>
        </a:gradFill>
        <a:gradFill>
          <a:gsLst>
            <a:gs pos="0">
              <a:schemeClr val="phClr">
                <a:tint val="96000"/>
                <a:lumMod val="100000"/>
              </a:schemeClr>
            </a:gs>
            <a:gs pos="78000">
              <a:schemeClr val="phClr">
                <a:shade val="94000"/>
                <a:lumMod val="94000"/>
              </a:schemeClr>
            </a:gs>
          </a:gsLst>
          <a:lin ang="5400000" scaled="0"/>
          <a:tileRect l="0" t="0" r="0" b="0"/>
        </a:gradFill>
      </a:fillStyleLst>
      <a:lnStyleLst>
        <a:ln w="12700" cap="rnd" cmpd="sng" algn="ctr">
          <a:prstDash val="solid"/>
        </a:ln>
        <a:ln w="19050" cap="rnd" cmpd="sng" algn="ctr">
          <a:prstDash val="solid"/>
        </a:ln>
        <a:ln w="25400" cap="rnd"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90000"/>
                <a:lumMod val="104000"/>
              </a:schemeClr>
            </a:gs>
            <a:gs pos="94000">
              <a:schemeClr val="phClr">
                <a:shade val="96000"/>
                <a:lumMod val="82000"/>
              </a:schemeClr>
            </a:gs>
          </a:gsLst>
          <a:lin ang="5400000" scaled="0"/>
          <a:tileRect l="0" t="0" r="0" b="0"/>
        </a:gradFill>
        <a:gradFill>
          <a:gsLst>
            <a:gs pos="0">
              <a:schemeClr val="phClr">
                <a:tint val="90000"/>
                <a:lumMod val="110000"/>
              </a:schemeClr>
            </a:gs>
            <a:gs pos="100000">
              <a:schemeClr val="phClr">
                <a:shade val="94000"/>
                <a:lumMod val="96000"/>
              </a:schemeClr>
            </a:gs>
          </a:gsLst>
          <a:path path="circle">
            <a:fillToRect l="50000" t="50000" r="100000" b="100000"/>
          </a:path>
          <a:tileRect l="0" t="0" r="0" b="0"/>
        </a:gradFill>
      </a:bgFillStyleLst>
    </a:fmtScheme>
  </a:themeElements>
</a:theme>
</file>

<file path=ppt/theme/theme20.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1115</TotalTime>
  <Application>LibreOffice/25.8.4.2$Linux_X86_64 LibreOffice_project/580$Build-2</Application>
  <AppVersion>15.0000</AppVersion>
  <Words>43</Words>
  <Paragraphs>20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dcterms:modified xsi:type="dcterms:W3CDTF">2026-02-08T06:08:29Z</dcterms:modified>
  <cp:revision>21</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Custom</vt:lpwstr>
  </property>
  <property fmtid="{D5CDD505-2E9C-101B-9397-08002B2CF9AE}" pid="4" name="Slides">
    <vt:i4>11</vt:i4>
  </property>
</Properties>
</file>