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5.xml" ContentType="application/vnd.openxmlformats-officedocument.presentationml.slideMaster+xml"/>
  <Override PartName="/ppt/slideMasters/slideMaster1.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2.xml" ContentType="application/vnd.openxmlformats-officedocument.presentationml.slideMaster+xml"/>
  <Override PartName="/ppt/slideMasters/slideMaster19.xml" ContentType="application/vnd.openxmlformats-officedocument.presentationml.slideMaster+xml"/>
  <Override PartName="/ppt/presProps.xml" ContentType="application/vnd.openxmlformats-officedocument.presentationml.presProps+xml"/>
  <Override PartName="/ppt/notesMasters/notesMaster1.xml" ContentType="application/vnd.openxmlformats-officedocument.presentationml.notesMaster+xml"/>
  <Override PartName="/ppt/theme/theme2.xml" ContentType="application/vnd.openxmlformats-officedocument.theme+xml"/>
  <Override PartName="/ppt/theme/theme1.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21.xml" ContentType="application/vnd.openxmlformats-officedocument.theme+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Layouts/slideLayout19.xml" ContentType="application/vnd.openxmlformats-officedocument.presentationml.slideLayout+xml"/>
  <Override PartName="/ppt/slideLayouts/slideLayout7.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9.xml" ContentType="application/vnd.openxmlformats-officedocument.presentationml.slideLayout+xml"/>
  <Override PartName="/ppt/slideLayouts/slideLayout21.xml" ContentType="application/vnd.openxmlformats-officedocument.presentationml.slideLayout+xml"/>
  <Override PartName="/ppt/slideLayouts/slideLayout13.xml" ContentType="application/vnd.openxmlformats-officedocument.presentationml.slideLayout+xml"/>
  <Override PartName="/ppt/slideLayouts/slideLayout20.xml" ContentType="application/vnd.openxmlformats-officedocument.presentationml.slideLayout+xml"/>
  <Override PartName="/ppt/slideLayouts/slideLayout5.xml" ContentType="application/vnd.openxmlformats-officedocument.presentationml.slideLayout+xml"/>
  <Override PartName="/ppt/slideLayouts/slideLayout1.xml" ContentType="application/vnd.openxmlformats-officedocument.presentationml.slideLayout+xml"/>
  <Override PartName="/ppt/slideLayouts/slideLayout16.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s/slide12.xml" ContentType="application/vnd.openxmlformats-officedocument.presentationml.slide+xml"/>
  <Override PartName="/ppt/slides/slide6.xml" ContentType="application/vnd.openxmlformats-officedocument.presentationml.slide+xml"/>
  <Override PartName="/ppt/slides/slide11.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7.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Override PartName="/ppt/notesSlides/notesSlide13.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64" r:id="rId4"/>
    <p:sldMasterId id="2147483666" r:id="rId5"/>
    <p:sldMasterId id="2147483668" r:id="rId6"/>
    <p:sldMasterId id="2147483670" r:id="rId7"/>
    <p:sldMasterId id="2147483673"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Lst>
  <p:sldSz cx="12192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15.xml"/><Relationship Id="rId5" Type="http://schemas.openxmlformats.org/officeDocument/2006/relationships/slideMaster" Target="slideMasters/slideMaster16.xml"/><Relationship Id="rId6" Type="http://schemas.openxmlformats.org/officeDocument/2006/relationships/slideMaster" Target="slideMasters/slideMaster17.xml"/><Relationship Id="rId7" Type="http://schemas.openxmlformats.org/officeDocument/2006/relationships/slideMaster" Target="slideMasters/slideMaster18.xml"/><Relationship Id="rId8" Type="http://schemas.openxmlformats.org/officeDocument/2006/relationships/slideMaster" Target="slideMasters/slideMaster19.xml"/><Relationship Id="rId9" Type="http://schemas.openxmlformats.org/officeDocument/2006/relationships/notesMaster" Target="notesMasters/notesMaster1.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1.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pPr algn="ctr"/>
            <a:r>
              <a:rPr lang="en-US" sz="4400" b="0" u="none" strike="noStrike">
                <a:solidFill>
                  <a:srgbClr val="000000"/>
                </a:solidFill>
                <a:effectLst/>
                <a:uFillTx/>
                <a:latin typeface="Arial"/>
              </a:rPr>
              <a:t>Click to move the slide</a:t>
            </a:r>
            <a:endParaRPr lang="en-US" sz="4400" b="0" u="none" strike="noStrike">
              <a:solidFill>
                <a:srgbClr val="000000"/>
              </a:solidFill>
              <a:effectLst/>
              <a:uFillTx/>
              <a:latin typeface="Arial"/>
            </a:endParaRPr>
          </a:p>
        </p:txBody>
      </p:sp>
      <p:sp>
        <p:nvSpPr>
          <p:cNvPr id="35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356"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357" name="PlaceHolder 4"/>
          <p:cNvSpPr>
            <a:spLocks noGrp="1"/>
          </p:cNvSpPr>
          <p:nvPr>
            <p:ph type="dt" idx="6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358" name="PlaceHolder 5"/>
          <p:cNvSpPr>
            <a:spLocks noGrp="1"/>
          </p:cNvSpPr>
          <p:nvPr>
            <p:ph type="ftr" idx="6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59" name="PlaceHolder 6"/>
          <p:cNvSpPr>
            <a:spLocks noGrp="1"/>
          </p:cNvSpPr>
          <p:nvPr>
            <p:ph type="sldNum" idx="6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B818B2F4-0043-483C-B496-C8A02DCEDF1D}"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9" name="PlaceHolder 1"/>
          <p:cNvSpPr>
            <a:spLocks noGrp="1"/>
          </p:cNvSpPr>
          <p:nvPr>
            <p:ph type="sldImg"/>
          </p:nvPr>
        </p:nvSpPr>
        <p:spPr>
          <a:xfrm>
            <a:off x="380880" y="685800"/>
            <a:ext cx="6094080" cy="3427200"/>
          </a:xfrm>
          <a:prstGeom prst="rect">
            <a:avLst/>
          </a:prstGeom>
          <a:ln w="0">
            <a:noFill/>
          </a:ln>
        </p:spPr>
      </p:sp>
      <p:sp>
        <p:nvSpPr>
          <p:cNvPr id="410" name="PlaceHolder 2"/>
          <p:cNvSpPr>
            <a:spLocks noGrp="1"/>
          </p:cNvSpPr>
          <p:nvPr>
            <p:ph type="body"/>
          </p:nvPr>
        </p:nvSpPr>
        <p:spPr>
          <a:xfrm>
            <a:off x="685800" y="4343400"/>
            <a:ext cx="5484600" cy="4113000"/>
          </a:xfrm>
          <a:prstGeom prst="rect">
            <a:avLst/>
          </a:prstGeom>
          <a:noFill/>
          <a:ln w="0">
            <a:noFill/>
          </a:ln>
        </p:spPr>
        <p:txBody>
          <a:bodyPr lIns="91440" tIns="45720" rIns="91440" bIns="45720" anchor="t">
            <a:normAutofit/>
          </a:bodyPr>
          <a:p>
            <a:pPr indent="0" algn="l">
              <a:buNone/>
            </a:pPr>
            <a:endParaRPr lang="en-US" sz="1800" b="0" u="none" strike="noStrike">
              <a:solidFill>
                <a:srgbClr val="000000"/>
              </a:solidFill>
              <a:effectLst/>
              <a:uFillTx/>
              <a:latin typeface="Arial"/>
            </a:endParaRPr>
          </a:p>
        </p:txBody>
      </p:sp>
      <p:sp>
        <p:nvSpPr>
          <p:cNvPr id="411" name="PlaceHolder 3"/>
          <p:cNvSpPr>
            <a:spLocks noGrp="1"/>
          </p:cNvSpPr>
          <p:nvPr>
            <p:ph type="sldNum" idx="64"/>
          </p:nvPr>
        </p:nvSpPr>
        <p:spPr>
          <a:xfrm>
            <a:off x="3884760" y="8685360"/>
            <a:ext cx="2970000" cy="455400"/>
          </a:xfrm>
          <a:prstGeom prst="rect">
            <a:avLst/>
          </a:prstGeom>
          <a:noFill/>
          <a:ln w="0">
            <a:noFill/>
          </a:ln>
        </p:spPr>
        <p:txBody>
          <a:bodyPr lIns="91440" tIns="45720" rIns="91440" bIns="45720" anchor="b">
            <a:noAutofit/>
          </a:bodyPr>
          <a:lstStyle>
            <a:lvl1pPr indent="0" algn="r" defTabSz="457200">
              <a:lnSpc>
                <a:spcPct val="100000"/>
              </a:lnSpc>
              <a:buNone/>
              <a:tabLst>
                <a:tab pos="0" algn="l"/>
              </a:tabLst>
              <a:defRPr lang="en-US" sz="1200" b="0" u="none" strike="noStrike">
                <a:solidFill>
                  <a:schemeClr val="dk1"/>
                </a:solidFill>
                <a:effectLst/>
                <a:uFillTx/>
                <a:latin typeface="+mn-lt"/>
                <a:ea typeface="+mn-ea"/>
              </a:defRPr>
            </a:lvl1pPr>
          </a:lstStyle>
          <a:p>
            <a:pPr indent="0" algn="r" defTabSz="457200">
              <a:lnSpc>
                <a:spcPct val="100000"/>
              </a:lnSpc>
              <a:buNone/>
              <a:tabLst>
                <a:tab pos="0" algn="l"/>
              </a:tabLst>
            </a:pPr>
            <a:fld id="{27047E9D-8950-45B6-B763-EF80E6D48D8C}" type="slidenum">
              <a:rPr lang="en-US" sz="1200" b="0" u="none" strike="noStrike">
                <a:solidFill>
                  <a:schemeClr val="dk1"/>
                </a:solidFill>
                <a:effectLst/>
                <a:uFillTx/>
                <a:latin typeface="+mn-lt"/>
                <a:ea typeface="+mn-ea"/>
              </a:rPr>
              <a:t>13</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8.xml"/><Relationship Id="rId2" Type="http://schemas.openxmlformats.org/officeDocument/2006/relationships/image" Target="../media/image1.jpeg"/>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8.xml"/><Relationship Id="rId2" Type="http://schemas.openxmlformats.org/officeDocument/2006/relationships/image" Target="../media/image1.jpeg"/>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9.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29" name="PlaceHolder 1"/>
          <p:cNvSpPr>
            <a:spLocks noGrp="1"/>
          </p:cNvSpPr>
          <p:nvPr>
            <p:ph type="title"/>
          </p:nvPr>
        </p:nvSpPr>
        <p:spPr>
          <a:xfrm>
            <a:off x="677160" y="609480"/>
            <a:ext cx="8595000" cy="1319040"/>
          </a:xfrm>
          <a:prstGeom prst="rect">
            <a:avLst/>
          </a:prstGeom>
          <a:noFill/>
          <a:ln w="0">
            <a:noFill/>
          </a:ln>
        </p:spPr>
        <p:txBody>
          <a:bodyPr lIns="0" tIns="0" rIns="0" bIns="0" anchor="ctr">
            <a:spAutoFit/>
          </a:bodyPr>
          <a:p>
            <a:pPr indent="0" algn="l">
              <a:buNone/>
            </a:pPr>
            <a:endParaRPr lang="en-US" sz="4400" b="0" u="none" strike="noStrike">
              <a:solidFill>
                <a:srgbClr val="000000"/>
              </a:solidFill>
              <a:effectLst/>
              <a:uFillTx/>
              <a:latin typeface="Arial"/>
            </a:endParaRPr>
          </a:p>
        </p:txBody>
      </p:sp>
      <p:sp>
        <p:nvSpPr>
          <p:cNvPr id="30" name="PlaceHolder 2"/>
          <p:cNvSpPr>
            <a:spLocks noGrp="1"/>
          </p:cNvSpPr>
          <p:nvPr>
            <p:ph type="subTitle"/>
          </p:nvPr>
        </p:nvSpPr>
        <p:spPr>
          <a:xfrm>
            <a:off x="677160" y="2160720"/>
            <a:ext cx="8595000" cy="387900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B4E79715-32BF-4BC8-8183-07A1C065C6BB}"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31" name="Group 6"/>
          <p:cNvGrpSpPr/>
          <p:nvPr/>
        </p:nvGrpSpPr>
        <p:grpSpPr>
          <a:xfrm>
            <a:off x="0" y="-8640"/>
            <a:ext cx="12190320" cy="6868080"/>
            <a:chOff x="0" y="-8640"/>
            <a:chExt cx="12190320" cy="6868080"/>
          </a:xfrm>
        </p:grpSpPr>
        <p:cxnSp>
          <p:nvCxnSpPr>
            <p:cNvPr id="32" name="Straight Connector 19"/>
            <p:cNvCxnSpPr/>
            <p:nvPr/>
          </p:nvCxnSpPr>
          <p:spPr>
            <a:xfrm>
              <a:off x="9370800" y="0"/>
              <a:ext cx="1221120" cy="6859800"/>
            </a:xfrm>
            <a:prstGeom prst="straightConnector1">
              <a:avLst/>
            </a:prstGeom>
            <a:ln cap="rnd" w="9525">
              <a:solidFill>
                <a:srgbClr val="BFBFBF"/>
              </a:solidFill>
              <a:round/>
            </a:ln>
          </p:spPr>
        </p:cxnSp>
        <p:cxnSp>
          <p:nvCxnSpPr>
            <p:cNvPr id="33"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34"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5"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6"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37"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38"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9"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40"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41"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42" name="PlaceHolder 1"/>
          <p:cNvSpPr>
            <a:spLocks noGrp="1"/>
          </p:cNvSpPr>
          <p:nvPr>
            <p:ph type="title"/>
          </p:nvPr>
        </p:nvSpPr>
        <p:spPr>
          <a:xfrm>
            <a:off x="7967520" y="609480"/>
            <a:ext cx="1302840" cy="5249520"/>
          </a:xfrm>
          <a:prstGeom prst="rect">
            <a:avLst/>
          </a:prstGeom>
          <a:noFill/>
          <a:ln w="0">
            <a:noFill/>
          </a:ln>
        </p:spPr>
        <p:txBody>
          <a:bodyPr lIns="91440" tIns="45720" rIns="91440" bIns="45720" anchor="ctr" vert="eaVert">
            <a:noAutofit/>
          </a:bodyPr>
          <a:lstStyle>
            <a:lvl1pPr indent="0" algn="l" defTabSz="457200">
              <a:lnSpc>
                <a:spcPct val="100000"/>
              </a:lnSpc>
              <a:buNone/>
              <a:tabLst>
                <a:tab pos="0" algn="l"/>
              </a:tabLst>
              <a:defRPr lang="en-US" sz="3600" b="0" u="none" strike="noStrike">
                <a:solidFill>
                  <a:schemeClr val="accent1"/>
                </a:solidFill>
                <a:effectLst/>
                <a:uFillTx/>
                <a:latin typeface="Trebuchet MS"/>
              </a:defRPr>
            </a:lvl1pPr>
          </a:lstStyle>
          <a:p>
            <a:pPr indent="0" algn="l" defTabSz="457200">
              <a:lnSpc>
                <a:spcPct val="100000"/>
              </a:lnSpc>
              <a:buNone/>
              <a:tabLst>
                <a:tab pos="0" algn="l"/>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Arial"/>
            </a:endParaRPr>
          </a:p>
        </p:txBody>
      </p:sp>
      <p:sp>
        <p:nvSpPr>
          <p:cNvPr id="43" name="PlaceHolder 2"/>
          <p:cNvSpPr>
            <a:spLocks noGrp="1"/>
          </p:cNvSpPr>
          <p:nvPr>
            <p:ph type="body"/>
          </p:nvPr>
        </p:nvSpPr>
        <p:spPr>
          <a:xfrm>
            <a:off x="677160" y="609480"/>
            <a:ext cx="7058520" cy="5249520"/>
          </a:xfrm>
          <a:prstGeom prst="rect">
            <a:avLst/>
          </a:prstGeom>
          <a:noFill/>
          <a:ln w="0">
            <a:noFill/>
          </a:ln>
        </p:spPr>
        <p:txBody>
          <a:bodyPr lIns="91440" tIns="45720" rIns="91440" bIns="45720" anchor="t" vert="eaVert">
            <a:noAutofit/>
          </a:bodyPr>
          <a:lstStyle>
            <a:lvl1pPr algn="l" defTabSz="457200">
              <a:lnSpc>
                <a:spcPct val="100000"/>
              </a:lnSpc>
              <a:spcBef>
                <a:spcPts val="1001"/>
              </a:spcBef>
              <a:buClr>
                <a:srgbClr val="90C226"/>
              </a:buClr>
              <a:buSzPct val="80000"/>
              <a:buFont typeface="Wingdings 3" charset="2"/>
              <a:buChar char=""/>
              <a:defRPr lang="en-US" sz="1800" b="0" u="none" strike="noStrike">
                <a:solidFill>
                  <a:schemeClr val="dk1">
                    <a:lumMod val="75000"/>
                    <a:lumOff val="25000"/>
                  </a:schemeClr>
                </a:solidFill>
                <a:effectLst/>
                <a:uFillTx/>
                <a:latin typeface="Trebuchet MS"/>
              </a:defRPr>
            </a:lvl1pPr>
            <a:lvl2pPr lvl="1" algn="l" defTabSz="457200">
              <a:lnSpc>
                <a:spcPct val="100000"/>
              </a:lnSpc>
              <a:spcBef>
                <a:spcPts val="1001"/>
              </a:spcBef>
              <a:buClr>
                <a:srgbClr val="90C226"/>
              </a:buClr>
              <a:buSzPct val="80000"/>
              <a:buFont typeface="Wingdings 3" charset="2"/>
              <a:buChar char=""/>
              <a:defRPr lang="en-US" sz="1600" b="0" u="none" strike="noStrike">
                <a:solidFill>
                  <a:schemeClr val="dk1">
                    <a:lumMod val="75000"/>
                    <a:lumOff val="25000"/>
                  </a:schemeClr>
                </a:solidFill>
                <a:effectLst/>
                <a:uFillTx/>
                <a:latin typeface="Trebuchet MS"/>
              </a:defRPr>
            </a:lvl2pPr>
            <a:lvl3pPr lvl="2" algn="l" defTabSz="457200">
              <a:lnSpc>
                <a:spcPct val="100000"/>
              </a:lnSpc>
              <a:spcBef>
                <a:spcPts val="1001"/>
              </a:spcBef>
              <a:buClr>
                <a:srgbClr val="90C226"/>
              </a:buClr>
              <a:buSzPct val="80000"/>
              <a:buFont typeface="Wingdings 3" charset="2"/>
              <a:buChar char=""/>
              <a:defRPr lang="en-US" sz="1400" b="0" u="none" strike="noStrike">
                <a:solidFill>
                  <a:schemeClr val="dk1">
                    <a:lumMod val="75000"/>
                    <a:lumOff val="25000"/>
                  </a:schemeClr>
                </a:solidFill>
                <a:effectLst/>
                <a:uFillTx/>
                <a:latin typeface="Trebuchet MS"/>
              </a:defRPr>
            </a:lvl3pPr>
            <a:lvl4pPr lvl="3"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4pPr>
            <a:lvl5pPr lvl="4"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5pPr>
          </a:lstStyle>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Arial"/>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Arial"/>
            </a:endParaRPr>
          </a:p>
          <a:p>
            <a:pPr marL="1143000" lvl="2" indent="-228600" algn="l"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Arial"/>
            </a:endParaRPr>
          </a:p>
          <a:p>
            <a:pPr marL="1600200" lvl="3"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Arial"/>
            </a:endParaRPr>
          </a:p>
          <a:p>
            <a:pPr marL="2057400" lvl="4"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Arial"/>
            </a:endParaRPr>
          </a:p>
        </p:txBody>
      </p:sp>
      <p:sp>
        <p:nvSpPr>
          <p:cNvPr id="44" name="PlaceHolder 3"/>
          <p:cNvSpPr>
            <a:spLocks noGrp="1"/>
          </p:cNvSpPr>
          <p:nvPr>
            <p:ph type="dt" idx="4"/>
          </p:nvPr>
        </p:nvSpPr>
        <p:spPr>
          <a:xfrm>
            <a:off x="7205040" y="6041520"/>
            <a:ext cx="9100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en-IN" sz="900" b="0" u="none" strike="noStrike">
                <a:solidFill>
                  <a:schemeClr val="dk1">
                    <a:tint val="75000"/>
                  </a:schemeClr>
                </a:solidFill>
                <a:effectLst/>
                <a:uFillTx/>
                <a:latin typeface="Trebuchet MS"/>
              </a:rPr>
              <a:t> </a:t>
            </a:r>
            <a:endParaRPr lang="en-US" sz="900" b="0" u="none" strike="noStrike">
              <a:solidFill>
                <a:srgbClr val="000000"/>
              </a:solidFill>
              <a:effectLst/>
              <a:uFillTx/>
              <a:latin typeface="Times New Roman"/>
            </a:endParaRPr>
          </a:p>
        </p:txBody>
      </p:sp>
      <p:sp>
        <p:nvSpPr>
          <p:cNvPr id="45" name="PlaceHolder 4"/>
          <p:cNvSpPr>
            <a:spLocks noGrp="1"/>
          </p:cNvSpPr>
          <p:nvPr>
            <p:ph type="ftr" idx="5"/>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 </a:t>
            </a:r>
            <a:endParaRPr lang="en-US" sz="1400" b="0" u="none" strike="noStrike">
              <a:solidFill>
                <a:srgbClr val="000000"/>
              </a:solidFill>
              <a:effectLst/>
              <a:uFillTx/>
              <a:latin typeface="Times New Roman"/>
            </a:endParaRPr>
          </a:p>
        </p:txBody>
      </p:sp>
      <p:sp>
        <p:nvSpPr>
          <p:cNvPr id="46" name="PlaceHolder 5"/>
          <p:cNvSpPr>
            <a:spLocks noGrp="1"/>
          </p:cNvSpPr>
          <p:nvPr>
            <p:ph type="sldNum" idx="6"/>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861FE6B5-30D1-4497-82B6-577C5C33E674}" type="slidenum">
              <a:rPr lang="en-IN" sz="900" b="0" u="none" strike="noStrike">
                <a:solidFill>
                  <a:schemeClr val="accent1"/>
                </a:solidFill>
                <a:effectLst/>
                <a:uFillTx/>
                <a:latin typeface="Trebuchet MS"/>
              </a:rPr>
              <a:t>1</a:t>
            </a:fld>
            <a:endParaRPr lang="en-US" sz="9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47" name="Group 6"/>
          <p:cNvGrpSpPr/>
          <p:nvPr/>
        </p:nvGrpSpPr>
        <p:grpSpPr>
          <a:xfrm>
            <a:off x="0" y="-8640"/>
            <a:ext cx="12190320" cy="6868080"/>
            <a:chOff x="0" y="-8640"/>
            <a:chExt cx="12190320" cy="6868080"/>
          </a:xfrm>
        </p:grpSpPr>
        <p:cxnSp>
          <p:nvCxnSpPr>
            <p:cNvPr id="48" name="Straight Connector 19"/>
            <p:cNvCxnSpPr/>
            <p:nvPr/>
          </p:nvCxnSpPr>
          <p:spPr>
            <a:xfrm>
              <a:off x="9370800" y="0"/>
              <a:ext cx="1221120" cy="6859800"/>
            </a:xfrm>
            <a:prstGeom prst="straightConnector1">
              <a:avLst/>
            </a:prstGeom>
            <a:ln cap="rnd" w="9525">
              <a:solidFill>
                <a:srgbClr val="BFBFBF"/>
              </a:solidFill>
              <a:round/>
            </a:ln>
          </p:spPr>
        </p:cxnSp>
        <p:cxnSp>
          <p:nvCxnSpPr>
            <p:cNvPr id="49"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50"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51"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52"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53"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54"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55"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56"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57"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58" name="PlaceHolder 1"/>
          <p:cNvSpPr>
            <a:spLocks noGrp="1"/>
          </p:cNvSpPr>
          <p:nvPr>
            <p:ph type="title"/>
          </p:nvPr>
        </p:nvSpPr>
        <p:spPr>
          <a:xfrm>
            <a:off x="677160" y="2700720"/>
            <a:ext cx="8595000" cy="1824840"/>
          </a:xfrm>
          <a:prstGeom prst="rect">
            <a:avLst/>
          </a:prstGeom>
          <a:noFill/>
          <a:ln w="0">
            <a:noFill/>
          </a:ln>
        </p:spPr>
        <p:txBody>
          <a:bodyPr lIns="91440" tIns="45720" rIns="91440" bIns="45720" anchor="b">
            <a:noAutofit/>
          </a:bodyPr>
          <a:lstStyle>
            <a:lvl1pPr indent="0" algn="l" defTabSz="457200">
              <a:lnSpc>
                <a:spcPct val="100000"/>
              </a:lnSpc>
              <a:buNone/>
              <a:tabLst>
                <a:tab pos="0" algn="l"/>
              </a:tabLst>
              <a:defRPr lang="en-US" sz="4000" b="0" u="none" strike="noStrike">
                <a:solidFill>
                  <a:schemeClr val="accent1"/>
                </a:solidFill>
                <a:effectLst/>
                <a:uFillTx/>
                <a:latin typeface="Trebuchet MS"/>
              </a:defRPr>
            </a:lvl1pPr>
          </a:lstStyle>
          <a:p>
            <a:pPr indent="0" algn="l" defTabSz="457200">
              <a:lnSpc>
                <a:spcPct val="100000"/>
              </a:lnSpc>
              <a:buNone/>
              <a:tabLst>
                <a:tab pos="0" algn="l"/>
              </a:tabLst>
            </a:pPr>
            <a:r>
              <a:rPr lang="en-US" sz="4000" b="0" u="none" strike="noStrike">
                <a:solidFill>
                  <a:schemeClr val="accent1"/>
                </a:solidFill>
                <a:effectLst/>
                <a:uFillTx/>
                <a:latin typeface="Trebuchet MS"/>
              </a:rPr>
              <a:t>Click to edit Master title style</a:t>
            </a:r>
            <a:endParaRPr lang="en-US" sz="4000" b="0" u="none" strike="noStrike">
              <a:solidFill>
                <a:srgbClr val="000000"/>
              </a:solidFill>
              <a:effectLst/>
              <a:uFillTx/>
              <a:latin typeface="Arial"/>
            </a:endParaRPr>
          </a:p>
        </p:txBody>
      </p:sp>
      <p:sp>
        <p:nvSpPr>
          <p:cNvPr id="59" name="PlaceHolder 2"/>
          <p:cNvSpPr>
            <a:spLocks noGrp="1"/>
          </p:cNvSpPr>
          <p:nvPr>
            <p:ph type="body"/>
          </p:nvPr>
        </p:nvSpPr>
        <p:spPr>
          <a:xfrm>
            <a:off x="677160" y="4527360"/>
            <a:ext cx="8595000" cy="858600"/>
          </a:xfrm>
          <a:prstGeom prst="rect">
            <a:avLst/>
          </a:prstGeom>
          <a:noFill/>
          <a:ln w="0">
            <a:noFill/>
          </a:ln>
        </p:spPr>
        <p:txBody>
          <a:bodyPr lIns="91440" tIns="45720" rIns="91440" bIns="45720" anchor="t">
            <a:noAutofit/>
          </a:bodyPr>
          <a:lstStyle>
            <a:lvl1pPr indent="0" algn="l" defTabSz="457200">
              <a:lnSpc>
                <a:spcPct val="100000"/>
              </a:lnSpc>
              <a:spcBef>
                <a:spcPts val="1001"/>
              </a:spcBef>
              <a:buNone/>
              <a:tabLst>
                <a:tab pos="0" algn="l"/>
              </a:tabLst>
              <a:defRPr lang="en-US" sz="2000" b="0" u="none" strike="noStrike">
                <a:solidFill>
                  <a:schemeClr val="dk1">
                    <a:lumMod val="50000"/>
                    <a:lumOff val="50000"/>
                  </a:schemeClr>
                </a:solidFill>
                <a:effectLst/>
                <a:uFillTx/>
                <a:latin typeface="Trebuchet MS"/>
              </a:defRPr>
            </a:lvl1pPr>
          </a:lstStyle>
          <a:p>
            <a:pPr indent="0" algn="l" defTabSz="457200">
              <a:lnSpc>
                <a:spcPct val="100000"/>
              </a:lnSpc>
              <a:spcBef>
                <a:spcPts val="1001"/>
              </a:spcBef>
              <a:buNone/>
              <a:tabLst>
                <a:tab pos="0" algn="l"/>
              </a:tabLst>
            </a:pPr>
            <a:r>
              <a:rPr lang="en-US" sz="2000" b="0" u="none" strike="noStrike">
                <a:solidFill>
                  <a:schemeClr val="dk1">
                    <a:lumMod val="50000"/>
                    <a:lumOff val="50000"/>
                  </a:schemeClr>
                </a:solidFill>
                <a:effectLst/>
                <a:uFillTx/>
                <a:latin typeface="Trebuchet MS"/>
              </a:rPr>
              <a:t>Click to edit Master text styles</a:t>
            </a:r>
            <a:endParaRPr lang="en-US" sz="2000" b="0" u="none" strike="noStrike">
              <a:solidFill>
                <a:srgbClr val="000000"/>
              </a:solidFill>
              <a:effectLst/>
              <a:uFillTx/>
              <a:latin typeface="Arial"/>
            </a:endParaRPr>
          </a:p>
        </p:txBody>
      </p:sp>
      <p:sp>
        <p:nvSpPr>
          <p:cNvPr id="60" name="PlaceHolder 3"/>
          <p:cNvSpPr>
            <a:spLocks noGrp="1"/>
          </p:cNvSpPr>
          <p:nvPr>
            <p:ph type="dt" idx="7"/>
          </p:nvPr>
        </p:nvSpPr>
        <p:spPr>
          <a:xfrm>
            <a:off x="7205040" y="6041520"/>
            <a:ext cx="9100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en-IN" sz="900" b="0" u="none" strike="noStrike">
                <a:solidFill>
                  <a:schemeClr val="dk1">
                    <a:tint val="75000"/>
                  </a:schemeClr>
                </a:solidFill>
                <a:effectLst/>
                <a:uFillTx/>
                <a:latin typeface="Trebuchet MS"/>
              </a:rPr>
              <a:t> </a:t>
            </a:r>
            <a:endParaRPr lang="en-US" sz="900" b="0" u="none" strike="noStrike">
              <a:solidFill>
                <a:srgbClr val="000000"/>
              </a:solidFill>
              <a:effectLst/>
              <a:uFillTx/>
              <a:latin typeface="Times New Roman"/>
            </a:endParaRPr>
          </a:p>
        </p:txBody>
      </p:sp>
      <p:sp>
        <p:nvSpPr>
          <p:cNvPr id="61" name="PlaceHolder 4"/>
          <p:cNvSpPr>
            <a:spLocks noGrp="1"/>
          </p:cNvSpPr>
          <p:nvPr>
            <p:ph type="ftr" idx="8"/>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 </a:t>
            </a:r>
            <a:endParaRPr lang="en-US" sz="1400" b="0" u="none" strike="noStrike">
              <a:solidFill>
                <a:srgbClr val="000000"/>
              </a:solidFill>
              <a:effectLst/>
              <a:uFillTx/>
              <a:latin typeface="Times New Roman"/>
            </a:endParaRPr>
          </a:p>
        </p:txBody>
      </p:sp>
      <p:sp>
        <p:nvSpPr>
          <p:cNvPr id="62" name="PlaceHolder 5"/>
          <p:cNvSpPr>
            <a:spLocks noGrp="1"/>
          </p:cNvSpPr>
          <p:nvPr>
            <p:ph type="sldNum" idx="9"/>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8465FEE9-6904-4652-B386-7B077DD11F28}" type="slidenum">
              <a:rPr lang="en-IN" sz="900" b="0" u="none" strike="noStrike">
                <a:solidFill>
                  <a:schemeClr val="accent1"/>
                </a:solidFill>
                <a:effectLst/>
                <a:uFillTx/>
                <a:latin typeface="Trebuchet MS"/>
              </a:rPr>
              <a:t>1</a:t>
            </a:fld>
            <a:endParaRPr lang="en-US" sz="9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63" name="Group 6"/>
          <p:cNvGrpSpPr/>
          <p:nvPr/>
        </p:nvGrpSpPr>
        <p:grpSpPr>
          <a:xfrm>
            <a:off x="0" y="-8640"/>
            <a:ext cx="12190320" cy="6868080"/>
            <a:chOff x="0" y="-8640"/>
            <a:chExt cx="12190320" cy="6868080"/>
          </a:xfrm>
        </p:grpSpPr>
        <p:cxnSp>
          <p:nvCxnSpPr>
            <p:cNvPr id="64" name="Straight Connector 19"/>
            <p:cNvCxnSpPr/>
            <p:nvPr/>
          </p:nvCxnSpPr>
          <p:spPr>
            <a:xfrm>
              <a:off x="9370800" y="0"/>
              <a:ext cx="1221120" cy="6859800"/>
            </a:xfrm>
            <a:prstGeom prst="straightConnector1">
              <a:avLst/>
            </a:prstGeom>
            <a:ln cap="rnd" w="9525">
              <a:solidFill>
                <a:srgbClr val="BFBFBF"/>
              </a:solidFill>
              <a:round/>
            </a:ln>
          </p:spPr>
        </p:cxnSp>
        <p:cxnSp>
          <p:nvCxnSpPr>
            <p:cNvPr id="65"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66"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67"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68"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69"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70"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71"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72"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73"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74" name="PlaceHolder 1"/>
          <p:cNvSpPr>
            <a:spLocks noGrp="1"/>
          </p:cNvSpPr>
          <p:nvPr>
            <p:ph type="title"/>
          </p:nvPr>
        </p:nvSpPr>
        <p:spPr>
          <a:xfrm>
            <a:off x="677160" y="609480"/>
            <a:ext cx="8595000" cy="1319040"/>
          </a:xfrm>
          <a:prstGeom prst="rect">
            <a:avLst/>
          </a:prstGeom>
          <a:noFill/>
          <a:ln w="0">
            <a:noFill/>
          </a:ln>
        </p:spPr>
        <p:txBody>
          <a:bodyPr lIns="91440" tIns="45720" rIns="91440" bIns="45720" anchor="t">
            <a:noAutofit/>
          </a:bodyPr>
          <a:lstStyle>
            <a:lvl1pPr indent="0" algn="l" defTabSz="457200">
              <a:lnSpc>
                <a:spcPct val="100000"/>
              </a:lnSpc>
              <a:buNone/>
              <a:tabLst>
                <a:tab pos="0" algn="l"/>
              </a:tabLst>
              <a:defRPr lang="en-US" sz="3600" b="0" u="none" strike="noStrike">
                <a:solidFill>
                  <a:schemeClr val="accent1"/>
                </a:solidFill>
                <a:effectLst/>
                <a:uFillTx/>
                <a:latin typeface="Trebuchet MS"/>
              </a:defRPr>
            </a:lvl1pPr>
          </a:lstStyle>
          <a:p>
            <a:pPr indent="0" algn="l" defTabSz="457200">
              <a:lnSpc>
                <a:spcPct val="100000"/>
              </a:lnSpc>
              <a:buNone/>
              <a:tabLst>
                <a:tab pos="0" algn="l"/>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Arial"/>
            </a:endParaRPr>
          </a:p>
        </p:txBody>
      </p:sp>
      <p:sp>
        <p:nvSpPr>
          <p:cNvPr id="75" name="PlaceHolder 2"/>
          <p:cNvSpPr>
            <a:spLocks noGrp="1"/>
          </p:cNvSpPr>
          <p:nvPr>
            <p:ph type="body"/>
          </p:nvPr>
        </p:nvSpPr>
        <p:spPr>
          <a:xfrm>
            <a:off x="677160" y="2160720"/>
            <a:ext cx="4182120" cy="3879000"/>
          </a:xfrm>
          <a:prstGeom prst="rect">
            <a:avLst/>
          </a:prstGeom>
          <a:noFill/>
          <a:ln w="0">
            <a:noFill/>
          </a:ln>
        </p:spPr>
        <p:txBody>
          <a:bodyPr lIns="91440" tIns="45720" rIns="91440" bIns="45720" anchor="t">
            <a:noAutofit/>
          </a:bodyPr>
          <a:lstStyle>
            <a:lvl1pPr algn="l" defTabSz="457200">
              <a:lnSpc>
                <a:spcPct val="100000"/>
              </a:lnSpc>
              <a:spcBef>
                <a:spcPts val="1001"/>
              </a:spcBef>
              <a:buClr>
                <a:srgbClr val="90C226"/>
              </a:buClr>
              <a:buSzPct val="80000"/>
              <a:buFont typeface="Wingdings 3" charset="2"/>
              <a:buChar char=""/>
              <a:defRPr lang="en-US" sz="1800" b="0" u="none" strike="noStrike">
                <a:solidFill>
                  <a:schemeClr val="dk1">
                    <a:lumMod val="75000"/>
                    <a:lumOff val="25000"/>
                  </a:schemeClr>
                </a:solidFill>
                <a:effectLst/>
                <a:uFillTx/>
                <a:latin typeface="Trebuchet MS"/>
              </a:defRPr>
            </a:lvl1pPr>
            <a:lvl2pPr lvl="1" algn="l" defTabSz="457200">
              <a:lnSpc>
                <a:spcPct val="100000"/>
              </a:lnSpc>
              <a:spcBef>
                <a:spcPts val="1001"/>
              </a:spcBef>
              <a:buClr>
                <a:srgbClr val="90C226"/>
              </a:buClr>
              <a:buSzPct val="80000"/>
              <a:buFont typeface="Wingdings 3" charset="2"/>
              <a:buChar char=""/>
              <a:defRPr lang="en-US" sz="1600" b="0" u="none" strike="noStrike">
                <a:solidFill>
                  <a:schemeClr val="dk1">
                    <a:lumMod val="75000"/>
                    <a:lumOff val="25000"/>
                  </a:schemeClr>
                </a:solidFill>
                <a:effectLst/>
                <a:uFillTx/>
                <a:latin typeface="Trebuchet MS"/>
              </a:defRPr>
            </a:lvl2pPr>
            <a:lvl3pPr lvl="2" algn="l" defTabSz="457200">
              <a:lnSpc>
                <a:spcPct val="100000"/>
              </a:lnSpc>
              <a:spcBef>
                <a:spcPts val="1001"/>
              </a:spcBef>
              <a:buClr>
                <a:srgbClr val="90C226"/>
              </a:buClr>
              <a:buSzPct val="80000"/>
              <a:buFont typeface="Wingdings 3" charset="2"/>
              <a:buChar char=""/>
              <a:defRPr lang="en-US" sz="1400" b="0" u="none" strike="noStrike">
                <a:solidFill>
                  <a:schemeClr val="dk1">
                    <a:lumMod val="75000"/>
                    <a:lumOff val="25000"/>
                  </a:schemeClr>
                </a:solidFill>
                <a:effectLst/>
                <a:uFillTx/>
                <a:latin typeface="Trebuchet MS"/>
              </a:defRPr>
            </a:lvl3pPr>
            <a:lvl4pPr lvl="3"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4pPr>
            <a:lvl5pPr lvl="4"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5pPr>
          </a:lstStyle>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Arial"/>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Arial"/>
            </a:endParaRPr>
          </a:p>
          <a:p>
            <a:pPr marL="1143000" lvl="2" indent="-228600" algn="l"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Arial"/>
            </a:endParaRPr>
          </a:p>
          <a:p>
            <a:pPr marL="1600200" lvl="3"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Arial"/>
            </a:endParaRPr>
          </a:p>
          <a:p>
            <a:pPr marL="2057400" lvl="4"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Arial"/>
            </a:endParaRPr>
          </a:p>
        </p:txBody>
      </p:sp>
      <p:sp>
        <p:nvSpPr>
          <p:cNvPr id="76" name="PlaceHolder 3"/>
          <p:cNvSpPr>
            <a:spLocks noGrp="1"/>
          </p:cNvSpPr>
          <p:nvPr>
            <p:ph type="body"/>
          </p:nvPr>
        </p:nvSpPr>
        <p:spPr>
          <a:xfrm>
            <a:off x="5090040" y="2160720"/>
            <a:ext cx="4182120" cy="3879000"/>
          </a:xfrm>
          <a:prstGeom prst="rect">
            <a:avLst/>
          </a:prstGeom>
          <a:noFill/>
          <a:ln w="0">
            <a:noFill/>
          </a:ln>
        </p:spPr>
        <p:txBody>
          <a:bodyPr lIns="91440" tIns="45720" rIns="91440" bIns="45720" anchor="t">
            <a:noAutofit/>
          </a:bodyPr>
          <a:lstStyle>
            <a:lvl1pPr algn="l" defTabSz="457200">
              <a:lnSpc>
                <a:spcPct val="100000"/>
              </a:lnSpc>
              <a:spcBef>
                <a:spcPts val="1001"/>
              </a:spcBef>
              <a:buClr>
                <a:srgbClr val="90C226"/>
              </a:buClr>
              <a:buSzPct val="80000"/>
              <a:buFont typeface="Wingdings 3" charset="2"/>
              <a:buChar char=""/>
              <a:defRPr lang="en-US" sz="1800" b="0" u="none" strike="noStrike">
                <a:solidFill>
                  <a:schemeClr val="dk1">
                    <a:lumMod val="75000"/>
                    <a:lumOff val="25000"/>
                  </a:schemeClr>
                </a:solidFill>
                <a:effectLst/>
                <a:uFillTx/>
                <a:latin typeface="Trebuchet MS"/>
              </a:defRPr>
            </a:lvl1pPr>
            <a:lvl2pPr lvl="1" algn="l" defTabSz="457200">
              <a:lnSpc>
                <a:spcPct val="100000"/>
              </a:lnSpc>
              <a:spcBef>
                <a:spcPts val="1001"/>
              </a:spcBef>
              <a:buClr>
                <a:srgbClr val="90C226"/>
              </a:buClr>
              <a:buSzPct val="80000"/>
              <a:buFont typeface="Wingdings 3" charset="2"/>
              <a:buChar char=""/>
              <a:defRPr lang="en-US" sz="1600" b="0" u="none" strike="noStrike">
                <a:solidFill>
                  <a:schemeClr val="dk1">
                    <a:lumMod val="75000"/>
                    <a:lumOff val="25000"/>
                  </a:schemeClr>
                </a:solidFill>
                <a:effectLst/>
                <a:uFillTx/>
                <a:latin typeface="Trebuchet MS"/>
              </a:defRPr>
            </a:lvl2pPr>
            <a:lvl3pPr lvl="2" algn="l" defTabSz="457200">
              <a:lnSpc>
                <a:spcPct val="100000"/>
              </a:lnSpc>
              <a:spcBef>
                <a:spcPts val="1001"/>
              </a:spcBef>
              <a:buClr>
                <a:srgbClr val="90C226"/>
              </a:buClr>
              <a:buSzPct val="80000"/>
              <a:buFont typeface="Wingdings 3" charset="2"/>
              <a:buChar char=""/>
              <a:defRPr lang="en-US" sz="1400" b="0" u="none" strike="noStrike">
                <a:solidFill>
                  <a:schemeClr val="dk1">
                    <a:lumMod val="75000"/>
                    <a:lumOff val="25000"/>
                  </a:schemeClr>
                </a:solidFill>
                <a:effectLst/>
                <a:uFillTx/>
                <a:latin typeface="Trebuchet MS"/>
              </a:defRPr>
            </a:lvl3pPr>
            <a:lvl4pPr lvl="3"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4pPr>
            <a:lvl5pPr lvl="4"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5pPr>
          </a:lstStyle>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Arial"/>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Arial"/>
            </a:endParaRPr>
          </a:p>
          <a:p>
            <a:pPr marL="1143000" lvl="2" indent="-228600" algn="l"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Arial"/>
            </a:endParaRPr>
          </a:p>
          <a:p>
            <a:pPr marL="1600200" lvl="3"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Arial"/>
            </a:endParaRPr>
          </a:p>
          <a:p>
            <a:pPr marL="2057400" lvl="4"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Arial"/>
            </a:endParaRPr>
          </a:p>
        </p:txBody>
      </p:sp>
      <p:sp>
        <p:nvSpPr>
          <p:cNvPr id="77" name="PlaceHolder 4"/>
          <p:cNvSpPr>
            <a:spLocks noGrp="1"/>
          </p:cNvSpPr>
          <p:nvPr>
            <p:ph type="dt" idx="10"/>
          </p:nvPr>
        </p:nvSpPr>
        <p:spPr>
          <a:xfrm>
            <a:off x="7205040" y="6041520"/>
            <a:ext cx="9100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en-IN" sz="900" b="0" u="none" strike="noStrike">
                <a:solidFill>
                  <a:schemeClr val="dk1">
                    <a:tint val="75000"/>
                  </a:schemeClr>
                </a:solidFill>
                <a:effectLst/>
                <a:uFillTx/>
                <a:latin typeface="Trebuchet MS"/>
              </a:rPr>
              <a:t> </a:t>
            </a:r>
            <a:endParaRPr lang="en-US" sz="900" b="0" u="none" strike="noStrike">
              <a:solidFill>
                <a:srgbClr val="000000"/>
              </a:solidFill>
              <a:effectLst/>
              <a:uFillTx/>
              <a:latin typeface="Times New Roman"/>
            </a:endParaRPr>
          </a:p>
        </p:txBody>
      </p:sp>
      <p:sp>
        <p:nvSpPr>
          <p:cNvPr id="78" name="PlaceHolder 5"/>
          <p:cNvSpPr>
            <a:spLocks noGrp="1"/>
          </p:cNvSpPr>
          <p:nvPr>
            <p:ph type="ftr" idx="11"/>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 </a:t>
            </a:r>
            <a:endParaRPr lang="en-US" sz="1400" b="0" u="none" strike="noStrike">
              <a:solidFill>
                <a:srgbClr val="000000"/>
              </a:solidFill>
              <a:effectLst/>
              <a:uFillTx/>
              <a:latin typeface="Times New Roman"/>
            </a:endParaRPr>
          </a:p>
        </p:txBody>
      </p:sp>
      <p:sp>
        <p:nvSpPr>
          <p:cNvPr id="79" name="PlaceHolder 6"/>
          <p:cNvSpPr>
            <a:spLocks noGrp="1"/>
          </p:cNvSpPr>
          <p:nvPr>
            <p:ph type="sldNum" idx="12"/>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F746AEF1-5958-4D5E-96C1-C8A5CDB9D0D7}" type="slidenum">
              <a:rPr lang="en-IN" sz="900" b="0" u="none" strike="noStrike">
                <a:solidFill>
                  <a:schemeClr val="accent1"/>
                </a:solidFill>
                <a:effectLst/>
                <a:uFillTx/>
                <a:latin typeface="Trebuchet MS"/>
              </a:rPr>
              <a:t>1</a:t>
            </a:fld>
            <a:endParaRPr lang="en-US" sz="9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80" name="Group 6"/>
          <p:cNvGrpSpPr/>
          <p:nvPr/>
        </p:nvGrpSpPr>
        <p:grpSpPr>
          <a:xfrm>
            <a:off x="0" y="-8640"/>
            <a:ext cx="12190320" cy="6868080"/>
            <a:chOff x="0" y="-8640"/>
            <a:chExt cx="12190320" cy="6868080"/>
          </a:xfrm>
        </p:grpSpPr>
        <p:cxnSp>
          <p:nvCxnSpPr>
            <p:cNvPr id="81" name="Straight Connector 19"/>
            <p:cNvCxnSpPr/>
            <p:nvPr/>
          </p:nvCxnSpPr>
          <p:spPr>
            <a:xfrm>
              <a:off x="9370800" y="0"/>
              <a:ext cx="1221120" cy="6859800"/>
            </a:xfrm>
            <a:prstGeom prst="straightConnector1">
              <a:avLst/>
            </a:prstGeom>
            <a:ln cap="rnd" w="9525">
              <a:solidFill>
                <a:srgbClr val="BFBFBF"/>
              </a:solidFill>
              <a:round/>
            </a:ln>
          </p:spPr>
        </p:cxnSp>
        <p:cxnSp>
          <p:nvCxnSpPr>
            <p:cNvPr id="82"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83"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84"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85"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86"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87"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88"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89"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90"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91" name="PlaceHolder 1"/>
          <p:cNvSpPr>
            <a:spLocks noGrp="1"/>
          </p:cNvSpPr>
          <p:nvPr>
            <p:ph type="title"/>
          </p:nvPr>
        </p:nvSpPr>
        <p:spPr>
          <a:xfrm>
            <a:off x="677160" y="609480"/>
            <a:ext cx="8595000" cy="1319040"/>
          </a:xfrm>
          <a:prstGeom prst="rect">
            <a:avLst/>
          </a:prstGeom>
          <a:noFill/>
          <a:ln w="0">
            <a:noFill/>
          </a:ln>
        </p:spPr>
        <p:txBody>
          <a:bodyPr lIns="91440" tIns="45720" rIns="91440" bIns="45720" anchor="t">
            <a:noAutofit/>
          </a:bodyPr>
          <a:lstStyle>
            <a:lvl1pPr indent="0" algn="l" defTabSz="457200">
              <a:lnSpc>
                <a:spcPct val="100000"/>
              </a:lnSpc>
              <a:buNone/>
              <a:tabLst>
                <a:tab pos="0" algn="l"/>
              </a:tabLst>
              <a:defRPr lang="en-US" sz="3600" b="0" u="none" strike="noStrike">
                <a:solidFill>
                  <a:schemeClr val="accent1"/>
                </a:solidFill>
                <a:effectLst/>
                <a:uFillTx/>
                <a:latin typeface="Trebuchet MS"/>
              </a:defRPr>
            </a:lvl1pPr>
          </a:lstStyle>
          <a:p>
            <a:pPr indent="0" algn="l" defTabSz="457200">
              <a:lnSpc>
                <a:spcPct val="100000"/>
              </a:lnSpc>
              <a:buNone/>
              <a:tabLst>
                <a:tab pos="0" algn="l"/>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Arial"/>
            </a:endParaRPr>
          </a:p>
        </p:txBody>
      </p:sp>
      <p:sp>
        <p:nvSpPr>
          <p:cNvPr id="92" name="PlaceHolder 2"/>
          <p:cNvSpPr>
            <a:spLocks noGrp="1"/>
          </p:cNvSpPr>
          <p:nvPr>
            <p:ph type="body"/>
          </p:nvPr>
        </p:nvSpPr>
        <p:spPr>
          <a:xfrm>
            <a:off x="675720" y="2161080"/>
            <a:ext cx="4183920" cy="574560"/>
          </a:xfrm>
          <a:prstGeom prst="rect">
            <a:avLst/>
          </a:prstGeom>
          <a:noFill/>
          <a:ln w="0">
            <a:noFill/>
          </a:ln>
        </p:spPr>
        <p:txBody>
          <a:bodyPr lIns="91440" tIns="45720" rIns="91440" bIns="45720" anchor="b">
            <a:noAutofit/>
          </a:bodyPr>
          <a:lstStyle>
            <a:lvl1pPr indent="0" algn="l" defTabSz="457200">
              <a:lnSpc>
                <a:spcPct val="100000"/>
              </a:lnSpc>
              <a:spcBef>
                <a:spcPts val="1001"/>
              </a:spcBef>
              <a:buNone/>
              <a:tabLst>
                <a:tab pos="0" algn="l"/>
              </a:tabLst>
              <a:defRPr lang="en-US" sz="2400" b="0" u="none" strike="noStrike">
                <a:solidFill>
                  <a:schemeClr val="dk1">
                    <a:lumMod val="75000"/>
                    <a:lumOff val="25000"/>
                  </a:schemeClr>
                </a:solidFill>
                <a:effectLst/>
                <a:uFillTx/>
                <a:latin typeface="Trebuchet MS"/>
              </a:defRPr>
            </a:lvl1pPr>
          </a:lstStyle>
          <a:p>
            <a:pPr indent="0" algn="l" defTabSz="457200">
              <a:lnSpc>
                <a:spcPct val="100000"/>
              </a:lnSpc>
              <a:spcBef>
                <a:spcPts val="1001"/>
              </a:spcBef>
              <a:buNone/>
              <a:tabLst>
                <a:tab pos="0" algn="l"/>
              </a:tabLst>
            </a:pPr>
            <a:r>
              <a:rPr lang="en-US" sz="2400" b="0" u="none" strike="noStrike">
                <a:solidFill>
                  <a:schemeClr val="dk1">
                    <a:lumMod val="75000"/>
                    <a:lumOff val="25000"/>
                  </a:schemeClr>
                </a:solidFill>
                <a:effectLst/>
                <a:uFillTx/>
                <a:latin typeface="Trebuchet MS"/>
              </a:rPr>
              <a:t>Click to edit Master text styles</a:t>
            </a:r>
            <a:endParaRPr lang="en-US" sz="2400" b="0" u="none" strike="noStrike">
              <a:solidFill>
                <a:srgbClr val="000000"/>
              </a:solidFill>
              <a:effectLst/>
              <a:uFillTx/>
              <a:latin typeface="Arial"/>
            </a:endParaRPr>
          </a:p>
        </p:txBody>
      </p:sp>
      <p:sp>
        <p:nvSpPr>
          <p:cNvPr id="93" name="PlaceHolder 3"/>
          <p:cNvSpPr>
            <a:spLocks noGrp="1"/>
          </p:cNvSpPr>
          <p:nvPr>
            <p:ph type="body"/>
          </p:nvPr>
        </p:nvSpPr>
        <p:spPr>
          <a:xfrm>
            <a:off x="675720" y="2737080"/>
            <a:ext cx="4183920" cy="3302280"/>
          </a:xfrm>
          <a:prstGeom prst="rect">
            <a:avLst/>
          </a:prstGeom>
          <a:noFill/>
          <a:ln w="0">
            <a:noFill/>
          </a:ln>
        </p:spPr>
        <p:txBody>
          <a:bodyPr lIns="91440" tIns="45720" rIns="91440" bIns="45720" anchor="t">
            <a:normAutofit/>
          </a:bodyPr>
          <a:lstStyle>
            <a:lvl1pPr algn="l" defTabSz="457200">
              <a:lnSpc>
                <a:spcPct val="100000"/>
              </a:lnSpc>
              <a:spcBef>
                <a:spcPts val="1001"/>
              </a:spcBef>
              <a:buClr>
                <a:srgbClr val="90C226"/>
              </a:buClr>
              <a:buSzPct val="80000"/>
              <a:buFont typeface="Wingdings 3" charset="2"/>
              <a:buChar char=""/>
              <a:defRPr lang="en-US" sz="1800" b="0" u="none" strike="noStrike">
                <a:solidFill>
                  <a:schemeClr val="dk1">
                    <a:lumMod val="75000"/>
                    <a:lumOff val="25000"/>
                  </a:schemeClr>
                </a:solidFill>
                <a:effectLst/>
                <a:uFillTx/>
                <a:latin typeface="Trebuchet MS"/>
              </a:defRPr>
            </a:lvl1pPr>
            <a:lvl2pPr lvl="1" algn="l" defTabSz="457200">
              <a:lnSpc>
                <a:spcPct val="100000"/>
              </a:lnSpc>
              <a:spcBef>
                <a:spcPts val="1001"/>
              </a:spcBef>
              <a:buClr>
                <a:srgbClr val="90C226"/>
              </a:buClr>
              <a:buSzPct val="80000"/>
              <a:buFont typeface="Wingdings 3" charset="2"/>
              <a:buChar char=""/>
              <a:defRPr lang="en-US" sz="1600" b="0" u="none" strike="noStrike">
                <a:solidFill>
                  <a:schemeClr val="dk1">
                    <a:lumMod val="75000"/>
                    <a:lumOff val="25000"/>
                  </a:schemeClr>
                </a:solidFill>
                <a:effectLst/>
                <a:uFillTx/>
                <a:latin typeface="Trebuchet MS"/>
              </a:defRPr>
            </a:lvl2pPr>
            <a:lvl3pPr lvl="2" algn="l" defTabSz="457200">
              <a:lnSpc>
                <a:spcPct val="100000"/>
              </a:lnSpc>
              <a:spcBef>
                <a:spcPts val="1001"/>
              </a:spcBef>
              <a:buClr>
                <a:srgbClr val="90C226"/>
              </a:buClr>
              <a:buSzPct val="80000"/>
              <a:buFont typeface="Wingdings 3" charset="2"/>
              <a:buChar char=""/>
              <a:defRPr lang="en-US" sz="1400" b="0" u="none" strike="noStrike">
                <a:solidFill>
                  <a:schemeClr val="dk1">
                    <a:lumMod val="75000"/>
                    <a:lumOff val="25000"/>
                  </a:schemeClr>
                </a:solidFill>
                <a:effectLst/>
                <a:uFillTx/>
                <a:latin typeface="Trebuchet MS"/>
              </a:defRPr>
            </a:lvl3pPr>
            <a:lvl4pPr lvl="3"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4pPr>
            <a:lvl5pPr lvl="4"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5pPr>
          </a:lstStyle>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Arial"/>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Arial"/>
            </a:endParaRPr>
          </a:p>
          <a:p>
            <a:pPr marL="1143000" lvl="2" indent="-228600" algn="l"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Arial"/>
            </a:endParaRPr>
          </a:p>
          <a:p>
            <a:pPr marL="1600200" lvl="3"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Arial"/>
            </a:endParaRPr>
          </a:p>
          <a:p>
            <a:pPr marL="2057400" lvl="4"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Arial"/>
            </a:endParaRPr>
          </a:p>
        </p:txBody>
      </p:sp>
      <p:sp>
        <p:nvSpPr>
          <p:cNvPr id="94" name="PlaceHolder 4"/>
          <p:cNvSpPr>
            <a:spLocks noGrp="1"/>
          </p:cNvSpPr>
          <p:nvPr>
            <p:ph type="body"/>
          </p:nvPr>
        </p:nvSpPr>
        <p:spPr>
          <a:xfrm>
            <a:off x="5088240" y="2161080"/>
            <a:ext cx="4183920" cy="574560"/>
          </a:xfrm>
          <a:prstGeom prst="rect">
            <a:avLst/>
          </a:prstGeom>
          <a:noFill/>
          <a:ln w="0">
            <a:noFill/>
          </a:ln>
        </p:spPr>
        <p:txBody>
          <a:bodyPr lIns="91440" tIns="45720" rIns="91440" bIns="45720" anchor="b">
            <a:noAutofit/>
          </a:bodyPr>
          <a:lstStyle>
            <a:lvl1pPr indent="0" algn="l" defTabSz="457200">
              <a:lnSpc>
                <a:spcPct val="100000"/>
              </a:lnSpc>
              <a:spcBef>
                <a:spcPts val="1001"/>
              </a:spcBef>
              <a:buNone/>
              <a:tabLst>
                <a:tab pos="0" algn="l"/>
              </a:tabLst>
              <a:defRPr lang="en-US" sz="2400" b="0" u="none" strike="noStrike">
                <a:solidFill>
                  <a:schemeClr val="dk1">
                    <a:lumMod val="75000"/>
                    <a:lumOff val="25000"/>
                  </a:schemeClr>
                </a:solidFill>
                <a:effectLst/>
                <a:uFillTx/>
                <a:latin typeface="Trebuchet MS"/>
              </a:defRPr>
            </a:lvl1pPr>
          </a:lstStyle>
          <a:p>
            <a:pPr indent="0" algn="l" defTabSz="457200">
              <a:lnSpc>
                <a:spcPct val="100000"/>
              </a:lnSpc>
              <a:spcBef>
                <a:spcPts val="1001"/>
              </a:spcBef>
              <a:buNone/>
              <a:tabLst>
                <a:tab pos="0" algn="l"/>
              </a:tabLst>
            </a:pPr>
            <a:r>
              <a:rPr lang="en-US" sz="2400" b="0" u="none" strike="noStrike">
                <a:solidFill>
                  <a:schemeClr val="dk1">
                    <a:lumMod val="75000"/>
                    <a:lumOff val="25000"/>
                  </a:schemeClr>
                </a:solidFill>
                <a:effectLst/>
                <a:uFillTx/>
                <a:latin typeface="Trebuchet MS"/>
              </a:rPr>
              <a:t>Click to edit Master text styles</a:t>
            </a:r>
            <a:endParaRPr lang="en-US" sz="2400" b="0" u="none" strike="noStrike">
              <a:solidFill>
                <a:srgbClr val="000000"/>
              </a:solidFill>
              <a:effectLst/>
              <a:uFillTx/>
              <a:latin typeface="Arial"/>
            </a:endParaRPr>
          </a:p>
        </p:txBody>
      </p:sp>
      <p:sp>
        <p:nvSpPr>
          <p:cNvPr id="95" name="PlaceHolder 5"/>
          <p:cNvSpPr>
            <a:spLocks noGrp="1"/>
          </p:cNvSpPr>
          <p:nvPr>
            <p:ph type="body"/>
          </p:nvPr>
        </p:nvSpPr>
        <p:spPr>
          <a:xfrm>
            <a:off x="5088240" y="2737080"/>
            <a:ext cx="4183920" cy="3302280"/>
          </a:xfrm>
          <a:prstGeom prst="rect">
            <a:avLst/>
          </a:prstGeom>
          <a:noFill/>
          <a:ln w="0">
            <a:noFill/>
          </a:ln>
        </p:spPr>
        <p:txBody>
          <a:bodyPr lIns="91440" tIns="45720" rIns="91440" bIns="45720" anchor="t">
            <a:normAutofit/>
          </a:bodyPr>
          <a:lstStyle>
            <a:lvl1pPr algn="l" defTabSz="457200">
              <a:lnSpc>
                <a:spcPct val="100000"/>
              </a:lnSpc>
              <a:spcBef>
                <a:spcPts val="1001"/>
              </a:spcBef>
              <a:buClr>
                <a:srgbClr val="90C226"/>
              </a:buClr>
              <a:buSzPct val="80000"/>
              <a:buFont typeface="Wingdings 3" charset="2"/>
              <a:buChar char=""/>
              <a:defRPr lang="en-US" sz="1800" b="0" u="none" strike="noStrike">
                <a:solidFill>
                  <a:schemeClr val="dk1">
                    <a:lumMod val="75000"/>
                    <a:lumOff val="25000"/>
                  </a:schemeClr>
                </a:solidFill>
                <a:effectLst/>
                <a:uFillTx/>
                <a:latin typeface="Trebuchet MS"/>
              </a:defRPr>
            </a:lvl1pPr>
            <a:lvl2pPr lvl="1" algn="l" defTabSz="457200">
              <a:lnSpc>
                <a:spcPct val="100000"/>
              </a:lnSpc>
              <a:spcBef>
                <a:spcPts val="1001"/>
              </a:spcBef>
              <a:buClr>
                <a:srgbClr val="90C226"/>
              </a:buClr>
              <a:buSzPct val="80000"/>
              <a:buFont typeface="Wingdings 3" charset="2"/>
              <a:buChar char=""/>
              <a:defRPr lang="en-US" sz="1600" b="0" u="none" strike="noStrike">
                <a:solidFill>
                  <a:schemeClr val="dk1">
                    <a:lumMod val="75000"/>
                    <a:lumOff val="25000"/>
                  </a:schemeClr>
                </a:solidFill>
                <a:effectLst/>
                <a:uFillTx/>
                <a:latin typeface="Trebuchet MS"/>
              </a:defRPr>
            </a:lvl2pPr>
            <a:lvl3pPr lvl="2" algn="l" defTabSz="457200">
              <a:lnSpc>
                <a:spcPct val="100000"/>
              </a:lnSpc>
              <a:spcBef>
                <a:spcPts val="1001"/>
              </a:spcBef>
              <a:buClr>
                <a:srgbClr val="90C226"/>
              </a:buClr>
              <a:buSzPct val="80000"/>
              <a:buFont typeface="Wingdings 3" charset="2"/>
              <a:buChar char=""/>
              <a:defRPr lang="en-US" sz="1400" b="0" u="none" strike="noStrike">
                <a:solidFill>
                  <a:schemeClr val="dk1">
                    <a:lumMod val="75000"/>
                    <a:lumOff val="25000"/>
                  </a:schemeClr>
                </a:solidFill>
                <a:effectLst/>
                <a:uFillTx/>
                <a:latin typeface="Trebuchet MS"/>
              </a:defRPr>
            </a:lvl3pPr>
            <a:lvl4pPr lvl="3"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4pPr>
            <a:lvl5pPr lvl="4"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5pPr>
          </a:lstStyle>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Arial"/>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Arial"/>
            </a:endParaRPr>
          </a:p>
          <a:p>
            <a:pPr marL="1143000" lvl="2" indent="-228600" algn="l"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Arial"/>
            </a:endParaRPr>
          </a:p>
          <a:p>
            <a:pPr marL="1600200" lvl="3"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Arial"/>
            </a:endParaRPr>
          </a:p>
          <a:p>
            <a:pPr marL="2057400" lvl="4"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Arial"/>
            </a:endParaRPr>
          </a:p>
        </p:txBody>
      </p:sp>
      <p:sp>
        <p:nvSpPr>
          <p:cNvPr id="96" name="PlaceHolder 6"/>
          <p:cNvSpPr>
            <a:spLocks noGrp="1"/>
          </p:cNvSpPr>
          <p:nvPr>
            <p:ph type="dt" idx="13"/>
          </p:nvPr>
        </p:nvSpPr>
        <p:spPr>
          <a:xfrm>
            <a:off x="7205040" y="6041520"/>
            <a:ext cx="9100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97" name="PlaceHolder 7"/>
          <p:cNvSpPr>
            <a:spLocks noGrp="1"/>
          </p:cNvSpPr>
          <p:nvPr>
            <p:ph type="ftr" idx="14"/>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Times New Roman"/>
            </a:endParaRPr>
          </a:p>
        </p:txBody>
      </p:sp>
      <p:sp>
        <p:nvSpPr>
          <p:cNvPr id="98" name="PlaceHolder 8"/>
          <p:cNvSpPr>
            <a:spLocks noGrp="1"/>
          </p:cNvSpPr>
          <p:nvPr>
            <p:ph type="sldNum" idx="15"/>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74303952-9ABC-4110-B603-381055DAFF72}"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99" name="Group 6"/>
          <p:cNvGrpSpPr/>
          <p:nvPr/>
        </p:nvGrpSpPr>
        <p:grpSpPr>
          <a:xfrm>
            <a:off x="0" y="-8640"/>
            <a:ext cx="12190320" cy="6868080"/>
            <a:chOff x="0" y="-8640"/>
            <a:chExt cx="12190320" cy="6868080"/>
          </a:xfrm>
        </p:grpSpPr>
        <p:cxnSp>
          <p:nvCxnSpPr>
            <p:cNvPr id="100" name="Straight Connector 19"/>
            <p:cNvCxnSpPr/>
            <p:nvPr/>
          </p:nvCxnSpPr>
          <p:spPr>
            <a:xfrm>
              <a:off x="9370800" y="0"/>
              <a:ext cx="1221120" cy="6859800"/>
            </a:xfrm>
            <a:prstGeom prst="straightConnector1">
              <a:avLst/>
            </a:prstGeom>
            <a:ln cap="rnd" w="9525">
              <a:solidFill>
                <a:srgbClr val="BFBFBF"/>
              </a:solidFill>
              <a:round/>
            </a:ln>
          </p:spPr>
        </p:cxnSp>
        <p:cxnSp>
          <p:nvCxnSpPr>
            <p:cNvPr id="101"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102"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03"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04"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105"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106"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07"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08"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09"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110" name="PlaceHolder 1"/>
          <p:cNvSpPr>
            <a:spLocks noGrp="1"/>
          </p:cNvSpPr>
          <p:nvPr>
            <p:ph type="title"/>
          </p:nvPr>
        </p:nvSpPr>
        <p:spPr>
          <a:xfrm>
            <a:off x="677160" y="609480"/>
            <a:ext cx="8595000" cy="1319040"/>
          </a:xfrm>
          <a:prstGeom prst="rect">
            <a:avLst/>
          </a:prstGeom>
          <a:noFill/>
          <a:ln w="0">
            <a:noFill/>
          </a:ln>
        </p:spPr>
        <p:txBody>
          <a:bodyPr lIns="91440" tIns="45720" rIns="91440" bIns="45720" anchor="t">
            <a:noAutofit/>
          </a:bodyPr>
          <a:lstStyle>
            <a:lvl1pPr indent="0" algn="l" defTabSz="457200">
              <a:lnSpc>
                <a:spcPct val="100000"/>
              </a:lnSpc>
              <a:buNone/>
              <a:tabLst>
                <a:tab pos="0" algn="l"/>
              </a:tabLst>
              <a:defRPr lang="en-US" sz="3600" b="0" u="none" strike="noStrike">
                <a:solidFill>
                  <a:schemeClr val="accent1"/>
                </a:solidFill>
                <a:effectLst/>
                <a:uFillTx/>
                <a:latin typeface="Trebuchet MS"/>
              </a:defRPr>
            </a:lvl1pPr>
          </a:lstStyle>
          <a:p>
            <a:pPr indent="0" algn="l" defTabSz="457200">
              <a:lnSpc>
                <a:spcPct val="100000"/>
              </a:lnSpc>
              <a:buNone/>
              <a:tabLst>
                <a:tab pos="0" algn="l"/>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Arial"/>
            </a:endParaRPr>
          </a:p>
        </p:txBody>
      </p:sp>
      <p:sp>
        <p:nvSpPr>
          <p:cNvPr id="111" name="PlaceHolder 2"/>
          <p:cNvSpPr>
            <a:spLocks noGrp="1"/>
          </p:cNvSpPr>
          <p:nvPr>
            <p:ph type="dt" idx="16"/>
          </p:nvPr>
        </p:nvSpPr>
        <p:spPr>
          <a:xfrm>
            <a:off x="7205040" y="6041520"/>
            <a:ext cx="9100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112" name="PlaceHolder 3"/>
          <p:cNvSpPr>
            <a:spLocks noGrp="1"/>
          </p:cNvSpPr>
          <p:nvPr>
            <p:ph type="ftr" idx="17"/>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Times New Roman"/>
            </a:endParaRPr>
          </a:p>
        </p:txBody>
      </p:sp>
      <p:sp>
        <p:nvSpPr>
          <p:cNvPr id="113" name="PlaceHolder 4"/>
          <p:cNvSpPr>
            <a:spLocks noGrp="1"/>
          </p:cNvSpPr>
          <p:nvPr>
            <p:ph type="sldNum" idx="18"/>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DA12AC5B-5F0F-4262-945A-1D80B7E1D3D5}"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114" name="Group 6"/>
          <p:cNvGrpSpPr/>
          <p:nvPr/>
        </p:nvGrpSpPr>
        <p:grpSpPr>
          <a:xfrm>
            <a:off x="0" y="-8640"/>
            <a:ext cx="12190320" cy="6868080"/>
            <a:chOff x="0" y="-8640"/>
            <a:chExt cx="12190320" cy="6868080"/>
          </a:xfrm>
        </p:grpSpPr>
        <p:cxnSp>
          <p:nvCxnSpPr>
            <p:cNvPr id="115" name="Straight Connector 19"/>
            <p:cNvCxnSpPr/>
            <p:nvPr/>
          </p:nvCxnSpPr>
          <p:spPr>
            <a:xfrm>
              <a:off x="9370800" y="0"/>
              <a:ext cx="1221120" cy="6859800"/>
            </a:xfrm>
            <a:prstGeom prst="straightConnector1">
              <a:avLst/>
            </a:prstGeom>
            <a:ln cap="rnd" w="9525">
              <a:solidFill>
                <a:srgbClr val="BFBFBF"/>
              </a:solidFill>
              <a:round/>
            </a:ln>
          </p:spPr>
        </p:cxnSp>
        <p:cxnSp>
          <p:nvCxnSpPr>
            <p:cNvPr id="116"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117"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18"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19"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120"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121"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22"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23"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24"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125" name="PlaceHolder 1"/>
          <p:cNvSpPr>
            <a:spLocks noGrp="1"/>
          </p:cNvSpPr>
          <p:nvPr>
            <p:ph type="title"/>
          </p:nvPr>
        </p:nvSpPr>
        <p:spPr>
          <a:xfrm>
            <a:off x="677160" y="1498680"/>
            <a:ext cx="3852720" cy="1276560"/>
          </a:xfrm>
          <a:prstGeom prst="rect">
            <a:avLst/>
          </a:prstGeom>
          <a:noFill/>
          <a:ln w="0">
            <a:noFill/>
          </a:ln>
        </p:spPr>
        <p:txBody>
          <a:bodyPr lIns="91440" tIns="45720" rIns="91440" bIns="45720" anchor="b">
            <a:normAutofit/>
          </a:bodyPr>
          <a:lstStyle>
            <a:lvl1pPr indent="0" algn="l" defTabSz="457200">
              <a:lnSpc>
                <a:spcPct val="100000"/>
              </a:lnSpc>
              <a:buNone/>
              <a:tabLst>
                <a:tab pos="0" algn="l"/>
              </a:tabLst>
              <a:defRPr lang="en-US" sz="2000" b="0" u="none" strike="noStrike">
                <a:solidFill>
                  <a:schemeClr val="accent1"/>
                </a:solidFill>
                <a:effectLst/>
                <a:uFillTx/>
                <a:latin typeface="Trebuchet MS"/>
              </a:defRPr>
            </a:lvl1pPr>
          </a:lstStyle>
          <a:p>
            <a:pPr indent="0" algn="l" defTabSz="457200">
              <a:lnSpc>
                <a:spcPct val="100000"/>
              </a:lnSpc>
              <a:buNone/>
              <a:tabLst>
                <a:tab pos="0" algn="l"/>
              </a:tabLst>
            </a:pPr>
            <a:r>
              <a:rPr lang="en-US" sz="2000" b="0" u="none" strike="noStrike">
                <a:solidFill>
                  <a:schemeClr val="accent1"/>
                </a:solidFill>
                <a:effectLst/>
                <a:uFillTx/>
                <a:latin typeface="Trebuchet MS"/>
              </a:rPr>
              <a:t>Click to edit Master title style</a:t>
            </a:r>
            <a:endParaRPr lang="en-US" sz="2000" b="0" u="none" strike="noStrike">
              <a:solidFill>
                <a:srgbClr val="000000"/>
              </a:solidFill>
              <a:effectLst/>
              <a:uFillTx/>
              <a:latin typeface="Arial"/>
            </a:endParaRPr>
          </a:p>
        </p:txBody>
      </p:sp>
      <p:sp>
        <p:nvSpPr>
          <p:cNvPr id="126" name="PlaceHolder 2"/>
          <p:cNvSpPr>
            <a:spLocks noGrp="1"/>
          </p:cNvSpPr>
          <p:nvPr>
            <p:ph type="body"/>
          </p:nvPr>
        </p:nvSpPr>
        <p:spPr>
          <a:xfrm>
            <a:off x="4760640" y="514800"/>
            <a:ext cx="4511880" cy="5524560"/>
          </a:xfrm>
          <a:prstGeom prst="rect">
            <a:avLst/>
          </a:prstGeom>
          <a:noFill/>
          <a:ln w="0">
            <a:noFill/>
          </a:ln>
        </p:spPr>
        <p:txBody>
          <a:bodyPr lIns="91440" tIns="45720" rIns="91440" bIns="45720" anchor="t">
            <a:normAutofit/>
          </a:bodyPr>
          <a:lstStyle>
            <a:lvl1pPr algn="l" defTabSz="457200">
              <a:lnSpc>
                <a:spcPct val="100000"/>
              </a:lnSpc>
              <a:spcBef>
                <a:spcPts val="1001"/>
              </a:spcBef>
              <a:buClr>
                <a:srgbClr val="90C226"/>
              </a:buClr>
              <a:buSzPct val="80000"/>
              <a:buFont typeface="Wingdings 3" charset="2"/>
              <a:buChar char=""/>
              <a:defRPr lang="en-US" sz="1800" b="0" u="none" strike="noStrike">
                <a:solidFill>
                  <a:schemeClr val="dk1">
                    <a:lumMod val="75000"/>
                    <a:lumOff val="25000"/>
                  </a:schemeClr>
                </a:solidFill>
                <a:effectLst/>
                <a:uFillTx/>
                <a:latin typeface="Trebuchet MS"/>
              </a:defRPr>
            </a:lvl1pPr>
            <a:lvl2pPr lvl="1" algn="l" defTabSz="457200">
              <a:lnSpc>
                <a:spcPct val="100000"/>
              </a:lnSpc>
              <a:spcBef>
                <a:spcPts val="1001"/>
              </a:spcBef>
              <a:buClr>
                <a:srgbClr val="90C226"/>
              </a:buClr>
              <a:buSzPct val="80000"/>
              <a:buFont typeface="Wingdings 3" charset="2"/>
              <a:buChar char=""/>
              <a:defRPr lang="en-US" sz="1600" b="0" u="none" strike="noStrike">
                <a:solidFill>
                  <a:schemeClr val="dk1">
                    <a:lumMod val="75000"/>
                    <a:lumOff val="25000"/>
                  </a:schemeClr>
                </a:solidFill>
                <a:effectLst/>
                <a:uFillTx/>
                <a:latin typeface="Trebuchet MS"/>
              </a:defRPr>
            </a:lvl2pPr>
            <a:lvl3pPr lvl="2" algn="l" defTabSz="457200">
              <a:lnSpc>
                <a:spcPct val="100000"/>
              </a:lnSpc>
              <a:spcBef>
                <a:spcPts val="1001"/>
              </a:spcBef>
              <a:buClr>
                <a:srgbClr val="90C226"/>
              </a:buClr>
              <a:buSzPct val="80000"/>
              <a:buFont typeface="Wingdings 3" charset="2"/>
              <a:buChar char=""/>
              <a:defRPr lang="en-US" sz="1400" b="0" u="none" strike="noStrike">
                <a:solidFill>
                  <a:schemeClr val="dk1">
                    <a:lumMod val="75000"/>
                    <a:lumOff val="25000"/>
                  </a:schemeClr>
                </a:solidFill>
                <a:effectLst/>
                <a:uFillTx/>
                <a:latin typeface="Trebuchet MS"/>
              </a:defRPr>
            </a:lvl3pPr>
            <a:lvl4pPr lvl="3"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4pPr>
            <a:lvl5pPr lvl="4"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5pPr>
          </a:lstStyle>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Arial"/>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Arial"/>
            </a:endParaRPr>
          </a:p>
          <a:p>
            <a:pPr marL="1143000" lvl="2" indent="-228600" algn="l"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Arial"/>
            </a:endParaRPr>
          </a:p>
          <a:p>
            <a:pPr marL="1600200" lvl="3"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Arial"/>
            </a:endParaRPr>
          </a:p>
          <a:p>
            <a:pPr marL="2057400" lvl="4"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Arial"/>
            </a:endParaRPr>
          </a:p>
        </p:txBody>
      </p:sp>
      <p:sp>
        <p:nvSpPr>
          <p:cNvPr id="127" name="PlaceHolder 3"/>
          <p:cNvSpPr>
            <a:spLocks noGrp="1"/>
          </p:cNvSpPr>
          <p:nvPr>
            <p:ph type="body"/>
          </p:nvPr>
        </p:nvSpPr>
        <p:spPr>
          <a:xfrm>
            <a:off x="677160" y="2777040"/>
            <a:ext cx="3852720" cy="2582640"/>
          </a:xfrm>
          <a:prstGeom prst="rect">
            <a:avLst/>
          </a:prstGeom>
          <a:noFill/>
          <a:ln w="0">
            <a:noFill/>
          </a:ln>
        </p:spPr>
        <p:txBody>
          <a:bodyPr lIns="91440" tIns="45720" rIns="91440" bIns="45720" anchor="t">
            <a:normAutofit/>
          </a:bodyPr>
          <a:lstStyle>
            <a:lvl1pPr indent="0" algn="l" defTabSz="457200">
              <a:lnSpc>
                <a:spcPct val="100000"/>
              </a:lnSpc>
              <a:spcBef>
                <a:spcPts val="1001"/>
              </a:spcBef>
              <a:buNone/>
              <a:tabLst>
                <a:tab pos="0" algn="l"/>
              </a:tabLst>
              <a:defRPr lang="en-US" sz="1400" b="0" u="none" strike="noStrike">
                <a:solidFill>
                  <a:schemeClr val="dk1">
                    <a:lumMod val="75000"/>
                    <a:lumOff val="25000"/>
                  </a:schemeClr>
                </a:solidFill>
                <a:effectLst/>
                <a:uFillTx/>
                <a:latin typeface="Trebuchet MS"/>
              </a:defRPr>
            </a:lvl1pPr>
          </a:lstStyle>
          <a:p>
            <a:pPr indent="0" algn="l" defTabSz="457200">
              <a:lnSpc>
                <a:spcPct val="100000"/>
              </a:lnSpc>
              <a:spcBef>
                <a:spcPts val="1001"/>
              </a:spcBef>
              <a:buNone/>
              <a:tabLst>
                <a:tab pos="0" algn="l"/>
              </a:tabLst>
            </a:pPr>
            <a:r>
              <a:rPr lang="en-US" sz="1400" b="0" u="none" strike="noStrike">
                <a:solidFill>
                  <a:schemeClr val="dk1">
                    <a:lumMod val="75000"/>
                    <a:lumOff val="25000"/>
                  </a:schemeClr>
                </a:solidFill>
                <a:effectLst/>
                <a:uFillTx/>
                <a:latin typeface="Trebuchet MS"/>
              </a:rPr>
              <a:t>Click to edit Master text styles</a:t>
            </a:r>
            <a:endParaRPr lang="en-US" sz="1400" b="0" u="none" strike="noStrike">
              <a:solidFill>
                <a:srgbClr val="000000"/>
              </a:solidFill>
              <a:effectLst/>
              <a:uFillTx/>
              <a:latin typeface="Arial"/>
            </a:endParaRPr>
          </a:p>
        </p:txBody>
      </p:sp>
      <p:sp>
        <p:nvSpPr>
          <p:cNvPr id="128" name="PlaceHolder 4"/>
          <p:cNvSpPr>
            <a:spLocks noGrp="1"/>
          </p:cNvSpPr>
          <p:nvPr>
            <p:ph type="dt" idx="19"/>
          </p:nvPr>
        </p:nvSpPr>
        <p:spPr>
          <a:xfrm>
            <a:off x="7205040" y="6041520"/>
            <a:ext cx="9100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129" name="PlaceHolder 5"/>
          <p:cNvSpPr>
            <a:spLocks noGrp="1"/>
          </p:cNvSpPr>
          <p:nvPr>
            <p:ph type="ftr" idx="20"/>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Times New Roman"/>
            </a:endParaRPr>
          </a:p>
        </p:txBody>
      </p:sp>
      <p:sp>
        <p:nvSpPr>
          <p:cNvPr id="130" name="PlaceHolder 6"/>
          <p:cNvSpPr>
            <a:spLocks noGrp="1"/>
          </p:cNvSpPr>
          <p:nvPr>
            <p:ph type="sldNum" idx="21"/>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A76334AC-DF49-4B24-BFF8-612928AE52D6}"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131" name="Group 6"/>
          <p:cNvGrpSpPr/>
          <p:nvPr/>
        </p:nvGrpSpPr>
        <p:grpSpPr>
          <a:xfrm>
            <a:off x="0" y="-8640"/>
            <a:ext cx="12190320" cy="6868080"/>
            <a:chOff x="0" y="-8640"/>
            <a:chExt cx="12190320" cy="6868080"/>
          </a:xfrm>
        </p:grpSpPr>
        <p:cxnSp>
          <p:nvCxnSpPr>
            <p:cNvPr id="132" name="Straight Connector 19"/>
            <p:cNvCxnSpPr/>
            <p:nvPr/>
          </p:nvCxnSpPr>
          <p:spPr>
            <a:xfrm>
              <a:off x="9370800" y="0"/>
              <a:ext cx="1221120" cy="6859800"/>
            </a:xfrm>
            <a:prstGeom prst="straightConnector1">
              <a:avLst/>
            </a:prstGeom>
            <a:ln cap="rnd" w="9525">
              <a:solidFill>
                <a:srgbClr val="BFBFBF"/>
              </a:solidFill>
              <a:round/>
            </a:ln>
          </p:spPr>
        </p:cxnSp>
        <p:cxnSp>
          <p:nvCxnSpPr>
            <p:cNvPr id="133"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134"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35"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36"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137"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138"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39"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40"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41"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142" name="PlaceHolder 1"/>
          <p:cNvSpPr>
            <a:spLocks noGrp="1"/>
          </p:cNvSpPr>
          <p:nvPr>
            <p:ph type="title"/>
          </p:nvPr>
        </p:nvSpPr>
        <p:spPr>
          <a:xfrm>
            <a:off x="677160" y="4800600"/>
            <a:ext cx="8595000" cy="564840"/>
          </a:xfrm>
          <a:prstGeom prst="rect">
            <a:avLst/>
          </a:prstGeom>
          <a:noFill/>
          <a:ln w="0">
            <a:noFill/>
          </a:ln>
        </p:spPr>
        <p:txBody>
          <a:bodyPr lIns="91440" tIns="45720" rIns="91440" bIns="45720" anchor="b">
            <a:normAutofit/>
          </a:bodyPr>
          <a:lstStyle>
            <a:lvl1pPr indent="0" algn="l" defTabSz="457200">
              <a:lnSpc>
                <a:spcPct val="100000"/>
              </a:lnSpc>
              <a:buNone/>
              <a:tabLst>
                <a:tab pos="0" algn="l"/>
              </a:tabLst>
              <a:defRPr lang="en-US" sz="2400" b="0" u="none" strike="noStrike">
                <a:solidFill>
                  <a:schemeClr val="accent1"/>
                </a:solidFill>
                <a:effectLst/>
                <a:uFillTx/>
                <a:latin typeface="Trebuchet MS"/>
              </a:defRPr>
            </a:lvl1pPr>
          </a:lstStyle>
          <a:p>
            <a:pPr indent="0" algn="l" defTabSz="457200">
              <a:lnSpc>
                <a:spcPct val="100000"/>
              </a:lnSpc>
              <a:buNone/>
              <a:tabLst>
                <a:tab pos="0" algn="l"/>
              </a:tabLst>
            </a:pPr>
            <a:r>
              <a:rPr lang="en-US" sz="2400" b="0" u="none" strike="noStrike">
                <a:solidFill>
                  <a:schemeClr val="accent1"/>
                </a:solidFill>
                <a:effectLst/>
                <a:uFillTx/>
                <a:latin typeface="Trebuchet MS"/>
              </a:rPr>
              <a:t>Click to edit Master title style</a:t>
            </a:r>
            <a:endParaRPr lang="en-US" sz="2400" b="0" u="none" strike="noStrike">
              <a:solidFill>
                <a:srgbClr val="000000"/>
              </a:solidFill>
              <a:effectLst/>
              <a:uFillTx/>
              <a:latin typeface="Arial"/>
            </a:endParaRPr>
          </a:p>
        </p:txBody>
      </p:sp>
      <p:sp>
        <p:nvSpPr>
          <p:cNvPr id="143" name="PlaceHolder 2"/>
          <p:cNvSpPr>
            <a:spLocks noGrp="1"/>
          </p:cNvSpPr>
          <p:nvPr>
            <p:ph type="body"/>
          </p:nvPr>
        </p:nvSpPr>
        <p:spPr>
          <a:xfrm>
            <a:off x="677160" y="609480"/>
            <a:ext cx="8595000" cy="3844080"/>
          </a:xfrm>
          <a:prstGeom prst="rect">
            <a:avLst/>
          </a:prstGeom>
          <a:noFill/>
          <a:ln w="0">
            <a:noFill/>
          </a:ln>
        </p:spPr>
        <p:txBody>
          <a:bodyPr lIns="90000" tIns="45000" rIns="90000" bIns="45000" anchor="t">
            <a:normAutofit/>
          </a:bodyPr>
          <a:lstStyle>
            <a:lvl1pPr indent="0" algn="ctr" defTabSz="457200">
              <a:lnSpc>
                <a:spcPct val="100000"/>
              </a:lnSpc>
              <a:buNone/>
              <a:tabLst>
                <a:tab pos="0" algn="l"/>
              </a:tabLst>
              <a:defRPr lang="en-US" sz="1600" b="0" u="none" strike="noStrike">
                <a:solidFill>
                  <a:schemeClr val="dk1"/>
                </a:solidFill>
                <a:effectLst/>
                <a:uFillTx/>
                <a:latin typeface="Trebuchet MS"/>
              </a:defRPr>
            </a:lvl1pPr>
          </a:lstStyle>
          <a:p>
            <a:pPr indent="0" algn="ctr" defTabSz="457200">
              <a:lnSpc>
                <a:spcPct val="100000"/>
              </a:lnSpc>
              <a:buNone/>
              <a:tabLst>
                <a:tab pos="0" algn="l"/>
              </a:tabLst>
            </a:pPr>
            <a:r>
              <a:rPr lang="en-US" sz="1600" b="0" u="none" strike="noStrike">
                <a:solidFill>
                  <a:schemeClr val="dk1"/>
                </a:solidFill>
                <a:effectLst/>
                <a:uFillTx/>
                <a:latin typeface="Trebuchet MS"/>
              </a:rPr>
              <a:t>Click icon to add picture</a:t>
            </a:r>
            <a:endParaRPr lang="en-US" sz="1600" b="0" u="none" strike="noStrike">
              <a:solidFill>
                <a:srgbClr val="000000"/>
              </a:solidFill>
              <a:effectLst/>
              <a:uFillTx/>
              <a:latin typeface="Arial"/>
            </a:endParaRPr>
          </a:p>
        </p:txBody>
      </p:sp>
      <p:sp>
        <p:nvSpPr>
          <p:cNvPr id="144" name="PlaceHolder 3"/>
          <p:cNvSpPr>
            <a:spLocks noGrp="1"/>
          </p:cNvSpPr>
          <p:nvPr>
            <p:ph type="body"/>
          </p:nvPr>
        </p:nvSpPr>
        <p:spPr>
          <a:xfrm>
            <a:off x="677160" y="5367240"/>
            <a:ext cx="8595000" cy="672120"/>
          </a:xfrm>
          <a:prstGeom prst="rect">
            <a:avLst/>
          </a:prstGeom>
          <a:noFill/>
          <a:ln w="0">
            <a:noFill/>
          </a:ln>
        </p:spPr>
        <p:txBody>
          <a:bodyPr lIns="91440" tIns="45720" rIns="91440" bIns="45720" anchor="t">
            <a:normAutofit/>
          </a:bodyPr>
          <a:lstStyle>
            <a:lvl1pPr indent="0" algn="l" defTabSz="457200">
              <a:lnSpc>
                <a:spcPct val="100000"/>
              </a:lnSpc>
              <a:spcBef>
                <a:spcPts val="1001"/>
              </a:spcBef>
              <a:buNone/>
              <a:tabLst>
                <a:tab pos="0" algn="l"/>
              </a:tabLst>
              <a:defRPr lang="en-US" sz="1200" b="0" u="none" strike="noStrike">
                <a:solidFill>
                  <a:schemeClr val="dk1">
                    <a:lumMod val="75000"/>
                    <a:lumOff val="25000"/>
                  </a:schemeClr>
                </a:solidFill>
                <a:effectLst/>
                <a:uFillTx/>
                <a:latin typeface="Trebuchet MS"/>
              </a:defRPr>
            </a:lvl1pPr>
          </a:lstStyle>
          <a:p>
            <a:pPr indent="0" algn="l" defTabSz="457200">
              <a:lnSpc>
                <a:spcPct val="100000"/>
              </a:lnSpc>
              <a:spcBef>
                <a:spcPts val="1001"/>
              </a:spcBef>
              <a:buNone/>
              <a:tabLst>
                <a:tab pos="0" algn="l"/>
              </a:tabLst>
            </a:pPr>
            <a:r>
              <a:rPr lang="en-US" sz="1200" b="0" u="none" strike="noStrike">
                <a:solidFill>
                  <a:schemeClr val="dk1">
                    <a:lumMod val="75000"/>
                    <a:lumOff val="25000"/>
                  </a:schemeClr>
                </a:solidFill>
                <a:effectLst/>
                <a:uFillTx/>
                <a:latin typeface="Trebuchet MS"/>
              </a:rPr>
              <a:t>Click to edit Master text styles</a:t>
            </a:r>
            <a:endParaRPr lang="en-US" sz="1200" b="0" u="none" strike="noStrike">
              <a:solidFill>
                <a:srgbClr val="000000"/>
              </a:solidFill>
              <a:effectLst/>
              <a:uFillTx/>
              <a:latin typeface="Arial"/>
            </a:endParaRPr>
          </a:p>
        </p:txBody>
      </p:sp>
      <p:sp>
        <p:nvSpPr>
          <p:cNvPr id="145" name="PlaceHolder 4"/>
          <p:cNvSpPr>
            <a:spLocks noGrp="1"/>
          </p:cNvSpPr>
          <p:nvPr>
            <p:ph type="dt" idx="22"/>
          </p:nvPr>
        </p:nvSpPr>
        <p:spPr>
          <a:xfrm>
            <a:off x="7205040" y="6041520"/>
            <a:ext cx="9100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146" name="PlaceHolder 5"/>
          <p:cNvSpPr>
            <a:spLocks noGrp="1"/>
          </p:cNvSpPr>
          <p:nvPr>
            <p:ph type="ftr" idx="23"/>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Times New Roman"/>
            </a:endParaRPr>
          </a:p>
        </p:txBody>
      </p:sp>
      <p:sp>
        <p:nvSpPr>
          <p:cNvPr id="147" name="PlaceHolder 6"/>
          <p:cNvSpPr>
            <a:spLocks noGrp="1"/>
          </p:cNvSpPr>
          <p:nvPr>
            <p:ph type="sldNum" idx="24"/>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33C90031-DF4B-4FE8-A15E-43DCE46B85E8}"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and Caption">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148" name="Group 6"/>
          <p:cNvGrpSpPr/>
          <p:nvPr/>
        </p:nvGrpSpPr>
        <p:grpSpPr>
          <a:xfrm>
            <a:off x="0" y="-8640"/>
            <a:ext cx="12190320" cy="6868080"/>
            <a:chOff x="0" y="-8640"/>
            <a:chExt cx="12190320" cy="6868080"/>
          </a:xfrm>
        </p:grpSpPr>
        <p:cxnSp>
          <p:nvCxnSpPr>
            <p:cNvPr id="149" name="Straight Connector 19"/>
            <p:cNvCxnSpPr/>
            <p:nvPr/>
          </p:nvCxnSpPr>
          <p:spPr>
            <a:xfrm>
              <a:off x="9370800" y="0"/>
              <a:ext cx="1221120" cy="6859800"/>
            </a:xfrm>
            <a:prstGeom prst="straightConnector1">
              <a:avLst/>
            </a:prstGeom>
            <a:ln cap="rnd" w="9525">
              <a:solidFill>
                <a:srgbClr val="BFBFBF"/>
              </a:solidFill>
              <a:round/>
            </a:ln>
          </p:spPr>
        </p:cxnSp>
        <p:cxnSp>
          <p:nvCxnSpPr>
            <p:cNvPr id="150"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151"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52"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53"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154"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155"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56"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57"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58"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159" name="PlaceHolder 1"/>
          <p:cNvSpPr>
            <a:spLocks noGrp="1"/>
          </p:cNvSpPr>
          <p:nvPr>
            <p:ph type="title"/>
          </p:nvPr>
        </p:nvSpPr>
        <p:spPr>
          <a:xfrm>
            <a:off x="677160" y="609480"/>
            <a:ext cx="8595000" cy="3401640"/>
          </a:xfrm>
          <a:prstGeom prst="rect">
            <a:avLst/>
          </a:prstGeom>
          <a:noFill/>
          <a:ln w="0">
            <a:noFill/>
          </a:ln>
        </p:spPr>
        <p:txBody>
          <a:bodyPr lIns="91440" tIns="45720" rIns="91440" bIns="45720" anchor="ctr">
            <a:normAutofit/>
          </a:bodyPr>
          <a:lstStyle>
            <a:lvl1pPr indent="0" algn="l" defTabSz="457200">
              <a:lnSpc>
                <a:spcPct val="100000"/>
              </a:lnSpc>
              <a:buNone/>
              <a:tabLst>
                <a:tab pos="0" algn="l"/>
              </a:tabLst>
              <a:defRPr lang="en-US" sz="4400" b="0" u="none" strike="noStrike">
                <a:solidFill>
                  <a:schemeClr val="accent1"/>
                </a:solidFill>
                <a:effectLst/>
                <a:uFillTx/>
                <a:latin typeface="Trebuchet MS"/>
              </a:defRPr>
            </a:lvl1pPr>
          </a:lstStyle>
          <a:p>
            <a:pPr indent="0" algn="l" defTabSz="457200">
              <a:lnSpc>
                <a:spcPct val="100000"/>
              </a:lnSpc>
              <a:buNone/>
              <a:tabLst>
                <a:tab pos="0" algn="l"/>
              </a:tabLst>
            </a:pPr>
            <a:r>
              <a:rPr lang="en-US" sz="4400" b="0" u="none" strike="noStrike">
                <a:solidFill>
                  <a:schemeClr val="accent1"/>
                </a:solidFill>
                <a:effectLst/>
                <a:uFillTx/>
                <a:latin typeface="Trebuchet MS"/>
              </a:rPr>
              <a:t>Click to edit Master title style</a:t>
            </a:r>
            <a:endParaRPr lang="en-US" sz="4400" b="0" u="none" strike="noStrike">
              <a:solidFill>
                <a:srgbClr val="000000"/>
              </a:solidFill>
              <a:effectLst/>
              <a:uFillTx/>
              <a:latin typeface="Arial"/>
            </a:endParaRPr>
          </a:p>
        </p:txBody>
      </p:sp>
      <p:sp>
        <p:nvSpPr>
          <p:cNvPr id="160" name="PlaceHolder 2"/>
          <p:cNvSpPr>
            <a:spLocks noGrp="1"/>
          </p:cNvSpPr>
          <p:nvPr>
            <p:ph type="body"/>
          </p:nvPr>
        </p:nvSpPr>
        <p:spPr>
          <a:xfrm>
            <a:off x="677160" y="4470480"/>
            <a:ext cx="8595000" cy="1569240"/>
          </a:xfrm>
          <a:prstGeom prst="rect">
            <a:avLst/>
          </a:prstGeom>
          <a:noFill/>
          <a:ln w="0">
            <a:noFill/>
          </a:ln>
        </p:spPr>
        <p:txBody>
          <a:bodyPr lIns="91440" tIns="45720" rIns="91440" bIns="45720" anchor="ctr">
            <a:normAutofit/>
          </a:bodyPr>
          <a:lstStyle>
            <a:lvl1pPr indent="0" algn="l" defTabSz="457200">
              <a:lnSpc>
                <a:spcPct val="100000"/>
              </a:lnSpc>
              <a:spcBef>
                <a:spcPts val="1001"/>
              </a:spcBef>
              <a:buNone/>
              <a:tabLst>
                <a:tab pos="0" algn="l"/>
              </a:tabLst>
              <a:defRPr lang="en-US" sz="1800" b="0" u="none" strike="noStrike">
                <a:solidFill>
                  <a:schemeClr val="dk1">
                    <a:lumMod val="75000"/>
                    <a:lumOff val="25000"/>
                  </a:schemeClr>
                </a:solidFill>
                <a:effectLst/>
                <a:uFillTx/>
                <a:latin typeface="Trebuchet MS"/>
              </a:defRPr>
            </a:lvl1pPr>
          </a:lstStyle>
          <a:p>
            <a:pPr indent="0" algn="l" defTabSz="457200">
              <a:lnSpc>
                <a:spcPct val="100000"/>
              </a:lnSpc>
              <a:spcBef>
                <a:spcPts val="1001"/>
              </a:spcBef>
              <a:buNone/>
              <a:tabLst>
                <a:tab pos="0" algn="l"/>
              </a:tabLst>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Arial"/>
            </a:endParaRPr>
          </a:p>
        </p:txBody>
      </p:sp>
      <p:sp>
        <p:nvSpPr>
          <p:cNvPr id="161" name="PlaceHolder 3"/>
          <p:cNvSpPr>
            <a:spLocks noGrp="1"/>
          </p:cNvSpPr>
          <p:nvPr>
            <p:ph type="dt" idx="25"/>
          </p:nvPr>
        </p:nvSpPr>
        <p:spPr>
          <a:xfrm>
            <a:off x="7205040" y="6041520"/>
            <a:ext cx="9100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162" name="PlaceHolder 4"/>
          <p:cNvSpPr>
            <a:spLocks noGrp="1"/>
          </p:cNvSpPr>
          <p:nvPr>
            <p:ph type="ftr" idx="26"/>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Times New Roman"/>
            </a:endParaRPr>
          </a:p>
        </p:txBody>
      </p:sp>
      <p:sp>
        <p:nvSpPr>
          <p:cNvPr id="163" name="PlaceHolder 5"/>
          <p:cNvSpPr>
            <a:spLocks noGrp="1"/>
          </p:cNvSpPr>
          <p:nvPr>
            <p:ph type="sldNum" idx="27"/>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D2EC9144-100C-4F5D-99BA-D50BD376D7CA}"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Quote with Caption">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164" name="Group 6"/>
          <p:cNvGrpSpPr/>
          <p:nvPr/>
        </p:nvGrpSpPr>
        <p:grpSpPr>
          <a:xfrm>
            <a:off x="0" y="-8640"/>
            <a:ext cx="12190320" cy="6868080"/>
            <a:chOff x="0" y="-8640"/>
            <a:chExt cx="12190320" cy="6868080"/>
          </a:xfrm>
        </p:grpSpPr>
        <p:cxnSp>
          <p:nvCxnSpPr>
            <p:cNvPr id="165" name="Straight Connector 19"/>
            <p:cNvCxnSpPr/>
            <p:nvPr/>
          </p:nvCxnSpPr>
          <p:spPr>
            <a:xfrm>
              <a:off x="9370800" y="0"/>
              <a:ext cx="1221120" cy="6859800"/>
            </a:xfrm>
            <a:prstGeom prst="straightConnector1">
              <a:avLst/>
            </a:prstGeom>
            <a:ln cap="rnd" w="9525">
              <a:solidFill>
                <a:srgbClr val="BFBFBF"/>
              </a:solidFill>
              <a:round/>
            </a:ln>
          </p:spPr>
        </p:cxnSp>
        <p:cxnSp>
          <p:nvCxnSpPr>
            <p:cNvPr id="166"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167"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68"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69"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170"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171"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72"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73"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74"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175" name="PlaceHolder 1"/>
          <p:cNvSpPr>
            <a:spLocks noGrp="1"/>
          </p:cNvSpPr>
          <p:nvPr>
            <p:ph type="title"/>
          </p:nvPr>
        </p:nvSpPr>
        <p:spPr>
          <a:xfrm>
            <a:off x="931320" y="609480"/>
            <a:ext cx="8092440" cy="3020760"/>
          </a:xfrm>
          <a:prstGeom prst="rect">
            <a:avLst/>
          </a:prstGeom>
          <a:noFill/>
          <a:ln w="0">
            <a:noFill/>
          </a:ln>
        </p:spPr>
        <p:txBody>
          <a:bodyPr lIns="91440" tIns="45720" rIns="91440" bIns="45720" anchor="ctr">
            <a:normAutofit/>
          </a:bodyPr>
          <a:lstStyle>
            <a:lvl1pPr indent="0" algn="l" defTabSz="457200">
              <a:lnSpc>
                <a:spcPct val="100000"/>
              </a:lnSpc>
              <a:buNone/>
              <a:tabLst>
                <a:tab pos="0" algn="l"/>
              </a:tabLst>
              <a:defRPr lang="en-US" sz="4400" b="0" u="none" strike="noStrike">
                <a:solidFill>
                  <a:schemeClr val="accent1"/>
                </a:solidFill>
                <a:effectLst/>
                <a:uFillTx/>
                <a:latin typeface="Trebuchet MS"/>
              </a:defRPr>
            </a:lvl1pPr>
          </a:lstStyle>
          <a:p>
            <a:pPr indent="0" algn="l" defTabSz="457200">
              <a:lnSpc>
                <a:spcPct val="100000"/>
              </a:lnSpc>
              <a:buNone/>
              <a:tabLst>
                <a:tab pos="0" algn="l"/>
              </a:tabLst>
            </a:pPr>
            <a:r>
              <a:rPr lang="en-US" sz="4400" b="0" u="none" strike="noStrike">
                <a:solidFill>
                  <a:schemeClr val="accent1"/>
                </a:solidFill>
                <a:effectLst/>
                <a:uFillTx/>
                <a:latin typeface="Trebuchet MS"/>
              </a:rPr>
              <a:t>Click to edit Master title style</a:t>
            </a:r>
            <a:endParaRPr lang="en-US" sz="4400" b="0" u="none" strike="noStrike">
              <a:solidFill>
                <a:srgbClr val="000000"/>
              </a:solidFill>
              <a:effectLst/>
              <a:uFillTx/>
              <a:latin typeface="Arial"/>
            </a:endParaRPr>
          </a:p>
        </p:txBody>
      </p:sp>
      <p:sp>
        <p:nvSpPr>
          <p:cNvPr id="176" name="PlaceHolder 2"/>
          <p:cNvSpPr>
            <a:spLocks noGrp="1"/>
          </p:cNvSpPr>
          <p:nvPr>
            <p:ph type="body"/>
          </p:nvPr>
        </p:nvSpPr>
        <p:spPr>
          <a:xfrm>
            <a:off x="1366200" y="3632040"/>
            <a:ext cx="7222680" cy="379080"/>
          </a:xfrm>
          <a:prstGeom prst="rect">
            <a:avLst/>
          </a:prstGeom>
          <a:noFill/>
          <a:ln w="0">
            <a:noFill/>
          </a:ln>
        </p:spPr>
        <p:txBody>
          <a:bodyPr lIns="91440" tIns="45720" rIns="91440" bIns="45720" anchor="ctr">
            <a:noAutofit/>
          </a:bodyPr>
          <a:lstStyle>
            <a:lvl1pPr indent="0" algn="l" defTabSz="457200">
              <a:lnSpc>
                <a:spcPct val="100000"/>
              </a:lnSpc>
              <a:spcBef>
                <a:spcPts val="1001"/>
              </a:spcBef>
              <a:buNone/>
              <a:tabLst>
                <a:tab pos="0" algn="l"/>
              </a:tabLst>
              <a:defRPr lang="en-US" sz="1600" b="0" u="none" strike="noStrike">
                <a:solidFill>
                  <a:schemeClr val="dk1">
                    <a:lumMod val="50000"/>
                    <a:lumOff val="50000"/>
                  </a:schemeClr>
                </a:solidFill>
                <a:effectLst/>
                <a:uFillTx/>
                <a:latin typeface="Trebuchet MS"/>
              </a:defRPr>
            </a:lvl1pPr>
          </a:lstStyle>
          <a:p>
            <a:pPr indent="0" algn="l" defTabSz="457200">
              <a:lnSpc>
                <a:spcPct val="100000"/>
              </a:lnSpc>
              <a:spcBef>
                <a:spcPts val="1001"/>
              </a:spcBef>
              <a:buNone/>
              <a:tabLst>
                <a:tab pos="0" algn="l"/>
              </a:tabLst>
            </a:pPr>
            <a:r>
              <a:rPr lang="en-US" sz="1600" b="0" u="none" strike="noStrike">
                <a:solidFill>
                  <a:schemeClr val="dk1">
                    <a:lumMod val="50000"/>
                    <a:lumOff val="50000"/>
                  </a:schemeClr>
                </a:solidFill>
                <a:effectLst/>
                <a:uFillTx/>
                <a:latin typeface="Trebuchet MS"/>
              </a:rPr>
              <a:t>Click to edit Master text styles</a:t>
            </a:r>
            <a:endParaRPr lang="en-US" sz="1600" b="0" u="none" strike="noStrike">
              <a:solidFill>
                <a:srgbClr val="000000"/>
              </a:solidFill>
              <a:effectLst/>
              <a:uFillTx/>
              <a:latin typeface="Arial"/>
            </a:endParaRPr>
          </a:p>
        </p:txBody>
      </p:sp>
      <p:sp>
        <p:nvSpPr>
          <p:cNvPr id="177" name="PlaceHolder 3"/>
          <p:cNvSpPr>
            <a:spLocks noGrp="1"/>
          </p:cNvSpPr>
          <p:nvPr>
            <p:ph type="body"/>
          </p:nvPr>
        </p:nvSpPr>
        <p:spPr>
          <a:xfrm>
            <a:off x="677160" y="4470480"/>
            <a:ext cx="8595000" cy="1569240"/>
          </a:xfrm>
          <a:prstGeom prst="rect">
            <a:avLst/>
          </a:prstGeom>
          <a:noFill/>
          <a:ln w="0">
            <a:noFill/>
          </a:ln>
        </p:spPr>
        <p:txBody>
          <a:bodyPr lIns="91440" tIns="45720" rIns="91440" bIns="45720" anchor="ctr">
            <a:normAutofit/>
          </a:bodyPr>
          <a:lstStyle>
            <a:lvl1pPr indent="0" algn="l" defTabSz="457200">
              <a:lnSpc>
                <a:spcPct val="100000"/>
              </a:lnSpc>
              <a:spcBef>
                <a:spcPts val="1001"/>
              </a:spcBef>
              <a:buNone/>
              <a:tabLst>
                <a:tab pos="0" algn="l"/>
              </a:tabLst>
              <a:defRPr lang="en-US" sz="1800" b="0" u="none" strike="noStrike">
                <a:solidFill>
                  <a:schemeClr val="dk1">
                    <a:lumMod val="75000"/>
                    <a:lumOff val="25000"/>
                  </a:schemeClr>
                </a:solidFill>
                <a:effectLst/>
                <a:uFillTx/>
                <a:latin typeface="Trebuchet MS"/>
              </a:defRPr>
            </a:lvl1pPr>
          </a:lstStyle>
          <a:p>
            <a:pPr indent="0" algn="l" defTabSz="457200">
              <a:lnSpc>
                <a:spcPct val="100000"/>
              </a:lnSpc>
              <a:spcBef>
                <a:spcPts val="1001"/>
              </a:spcBef>
              <a:buNone/>
              <a:tabLst>
                <a:tab pos="0" algn="l"/>
              </a:tabLst>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Arial"/>
            </a:endParaRPr>
          </a:p>
        </p:txBody>
      </p:sp>
      <p:sp>
        <p:nvSpPr>
          <p:cNvPr id="178" name="PlaceHolder 4"/>
          <p:cNvSpPr>
            <a:spLocks noGrp="1"/>
          </p:cNvSpPr>
          <p:nvPr>
            <p:ph type="dt" idx="28"/>
          </p:nvPr>
        </p:nvSpPr>
        <p:spPr>
          <a:xfrm>
            <a:off x="7205040" y="6041520"/>
            <a:ext cx="9100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179" name="PlaceHolder 5"/>
          <p:cNvSpPr>
            <a:spLocks noGrp="1"/>
          </p:cNvSpPr>
          <p:nvPr>
            <p:ph type="ftr" idx="29"/>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Times New Roman"/>
            </a:endParaRPr>
          </a:p>
        </p:txBody>
      </p:sp>
      <p:sp>
        <p:nvSpPr>
          <p:cNvPr id="180" name="PlaceHolder 6"/>
          <p:cNvSpPr>
            <a:spLocks noGrp="1"/>
          </p:cNvSpPr>
          <p:nvPr>
            <p:ph type="sldNum" idx="30"/>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DA03C36D-905B-474E-A2E2-8A785B830245}"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181" name="TextBox 19"/>
          <p:cNvSpPr/>
          <p:nvPr/>
        </p:nvSpPr>
        <p:spPr>
          <a:xfrm>
            <a:off x="541800" y="790200"/>
            <a:ext cx="607680" cy="582840"/>
          </a:xfrm>
          <a:prstGeom prst="rect">
            <a:avLst/>
          </a:prstGeom>
          <a:noFill/>
          <a:ln w="0">
            <a:noFill/>
          </a:ln>
        </p:spPr>
        <p:style>
          <a:lnRef idx="0"/>
          <a:fillRef idx="0"/>
          <a:effectRef idx="0"/>
          <a:fontRef idx="minor"/>
        </p:style>
        <p:txBody>
          <a:bodyPr lIns="90000" tIns="45000" rIns="90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rPr>
              <a:t>“</a:t>
            </a:r>
            <a:endParaRPr lang="en-US" sz="8000" b="0" u="none" strike="noStrike">
              <a:solidFill>
                <a:srgbClr val="000000"/>
              </a:solidFill>
              <a:effectLst/>
              <a:uFillTx/>
              <a:latin typeface="Arial"/>
            </a:endParaRPr>
          </a:p>
        </p:txBody>
      </p:sp>
      <p:sp>
        <p:nvSpPr>
          <p:cNvPr id="182" name="TextBox 21"/>
          <p:cNvSpPr/>
          <p:nvPr/>
        </p:nvSpPr>
        <p:spPr>
          <a:xfrm>
            <a:off x="8893080" y="2886480"/>
            <a:ext cx="607680" cy="582840"/>
          </a:xfrm>
          <a:prstGeom prst="rect">
            <a:avLst/>
          </a:prstGeom>
          <a:noFill/>
          <a:ln w="0">
            <a:noFill/>
          </a:ln>
        </p:spPr>
        <p:style>
          <a:lnRef idx="0"/>
          <a:fillRef idx="0"/>
          <a:effectRef idx="0"/>
          <a:fontRef idx="minor"/>
        </p:style>
        <p:txBody>
          <a:bodyPr lIns="90000" tIns="45000" rIns="90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rPr>
              <a:t>”</a:t>
            </a:r>
            <a:endParaRPr lang="en-US" sz="8000" b="0" u="none" strike="noStrike">
              <a:solidFill>
                <a:srgbClr val="000000"/>
              </a:solidFill>
              <a:effectLst/>
              <a:uFillTx/>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Name Car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183" name="Group 6"/>
          <p:cNvGrpSpPr/>
          <p:nvPr/>
        </p:nvGrpSpPr>
        <p:grpSpPr>
          <a:xfrm>
            <a:off x="0" y="-8640"/>
            <a:ext cx="12190320" cy="6868080"/>
            <a:chOff x="0" y="-8640"/>
            <a:chExt cx="12190320" cy="6868080"/>
          </a:xfrm>
        </p:grpSpPr>
        <p:cxnSp>
          <p:nvCxnSpPr>
            <p:cNvPr id="184" name="Straight Connector 19"/>
            <p:cNvCxnSpPr/>
            <p:nvPr/>
          </p:nvCxnSpPr>
          <p:spPr>
            <a:xfrm>
              <a:off x="9370800" y="0"/>
              <a:ext cx="1221120" cy="6859800"/>
            </a:xfrm>
            <a:prstGeom prst="straightConnector1">
              <a:avLst/>
            </a:prstGeom>
            <a:ln cap="rnd" w="9525">
              <a:solidFill>
                <a:srgbClr val="BFBFBF"/>
              </a:solidFill>
              <a:round/>
            </a:ln>
          </p:spPr>
        </p:cxnSp>
        <p:cxnSp>
          <p:nvCxnSpPr>
            <p:cNvPr id="185"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186"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87"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88"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189"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190"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91"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92"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93"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194" name="PlaceHolder 1"/>
          <p:cNvSpPr>
            <a:spLocks noGrp="1"/>
          </p:cNvSpPr>
          <p:nvPr>
            <p:ph type="title"/>
          </p:nvPr>
        </p:nvSpPr>
        <p:spPr>
          <a:xfrm>
            <a:off x="677160" y="1932120"/>
            <a:ext cx="8595000" cy="2593800"/>
          </a:xfrm>
          <a:prstGeom prst="rect">
            <a:avLst/>
          </a:prstGeom>
          <a:noFill/>
          <a:ln w="0">
            <a:noFill/>
          </a:ln>
        </p:spPr>
        <p:txBody>
          <a:bodyPr lIns="91440" tIns="45720" rIns="91440" bIns="45720" anchor="b">
            <a:normAutofit/>
          </a:bodyPr>
          <a:lstStyle>
            <a:lvl1pPr indent="0" algn="l" defTabSz="457200">
              <a:lnSpc>
                <a:spcPct val="100000"/>
              </a:lnSpc>
              <a:buNone/>
              <a:tabLst>
                <a:tab pos="0" algn="l"/>
              </a:tabLst>
              <a:defRPr lang="en-US" sz="4400" b="0" u="none" strike="noStrike">
                <a:solidFill>
                  <a:schemeClr val="accent1"/>
                </a:solidFill>
                <a:effectLst/>
                <a:uFillTx/>
                <a:latin typeface="Trebuchet MS"/>
              </a:defRPr>
            </a:lvl1pPr>
          </a:lstStyle>
          <a:p>
            <a:pPr indent="0" algn="l" defTabSz="457200">
              <a:lnSpc>
                <a:spcPct val="100000"/>
              </a:lnSpc>
              <a:buNone/>
              <a:tabLst>
                <a:tab pos="0" algn="l"/>
              </a:tabLst>
            </a:pPr>
            <a:r>
              <a:rPr lang="en-US" sz="4400" b="0" u="none" strike="noStrike">
                <a:solidFill>
                  <a:schemeClr val="accent1"/>
                </a:solidFill>
                <a:effectLst/>
                <a:uFillTx/>
                <a:latin typeface="Trebuchet MS"/>
              </a:rPr>
              <a:t>Click to edit Master title style</a:t>
            </a:r>
            <a:endParaRPr lang="en-US" sz="4400" b="0" u="none" strike="noStrike">
              <a:solidFill>
                <a:srgbClr val="000000"/>
              </a:solidFill>
              <a:effectLst/>
              <a:uFillTx/>
              <a:latin typeface="Arial"/>
            </a:endParaRPr>
          </a:p>
        </p:txBody>
      </p:sp>
      <p:sp>
        <p:nvSpPr>
          <p:cNvPr id="195" name="PlaceHolder 2"/>
          <p:cNvSpPr>
            <a:spLocks noGrp="1"/>
          </p:cNvSpPr>
          <p:nvPr>
            <p:ph type="body"/>
          </p:nvPr>
        </p:nvSpPr>
        <p:spPr>
          <a:xfrm>
            <a:off x="677160" y="4527360"/>
            <a:ext cx="8595000" cy="1512000"/>
          </a:xfrm>
          <a:prstGeom prst="rect">
            <a:avLst/>
          </a:prstGeom>
          <a:noFill/>
          <a:ln w="0">
            <a:noFill/>
          </a:ln>
        </p:spPr>
        <p:txBody>
          <a:bodyPr lIns="91440" tIns="45720" rIns="91440" bIns="45720" anchor="t">
            <a:normAutofit/>
          </a:bodyPr>
          <a:lstStyle>
            <a:lvl1pPr indent="0" algn="l" defTabSz="457200">
              <a:lnSpc>
                <a:spcPct val="100000"/>
              </a:lnSpc>
              <a:spcBef>
                <a:spcPts val="1001"/>
              </a:spcBef>
              <a:buNone/>
              <a:tabLst>
                <a:tab pos="0" algn="l"/>
              </a:tabLst>
              <a:defRPr lang="en-US" sz="1800" b="0" u="none" strike="noStrike">
                <a:solidFill>
                  <a:schemeClr val="dk1">
                    <a:lumMod val="75000"/>
                    <a:lumOff val="25000"/>
                  </a:schemeClr>
                </a:solidFill>
                <a:effectLst/>
                <a:uFillTx/>
                <a:latin typeface="Trebuchet MS"/>
              </a:defRPr>
            </a:lvl1pPr>
          </a:lstStyle>
          <a:p>
            <a:pPr indent="0" algn="l" defTabSz="457200">
              <a:lnSpc>
                <a:spcPct val="100000"/>
              </a:lnSpc>
              <a:spcBef>
                <a:spcPts val="1001"/>
              </a:spcBef>
              <a:buNone/>
              <a:tabLst>
                <a:tab pos="0" algn="l"/>
              </a:tabLst>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Arial"/>
            </a:endParaRPr>
          </a:p>
        </p:txBody>
      </p:sp>
      <p:sp>
        <p:nvSpPr>
          <p:cNvPr id="196" name="PlaceHolder 3"/>
          <p:cNvSpPr>
            <a:spLocks noGrp="1"/>
          </p:cNvSpPr>
          <p:nvPr>
            <p:ph type="dt" idx="31"/>
          </p:nvPr>
        </p:nvSpPr>
        <p:spPr>
          <a:xfrm>
            <a:off x="7205040" y="6041520"/>
            <a:ext cx="9100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197" name="PlaceHolder 4"/>
          <p:cNvSpPr>
            <a:spLocks noGrp="1"/>
          </p:cNvSpPr>
          <p:nvPr>
            <p:ph type="ftr" idx="32"/>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Times New Roman"/>
            </a:endParaRPr>
          </a:p>
        </p:txBody>
      </p:sp>
      <p:sp>
        <p:nvSpPr>
          <p:cNvPr id="198" name="PlaceHolder 5"/>
          <p:cNvSpPr>
            <a:spLocks noGrp="1"/>
          </p:cNvSpPr>
          <p:nvPr>
            <p:ph type="sldNum" idx="33"/>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60805DD3-3DAB-4629-921A-ADF308A219A1}"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Quote Name Car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199" name="Group 6"/>
          <p:cNvGrpSpPr/>
          <p:nvPr/>
        </p:nvGrpSpPr>
        <p:grpSpPr>
          <a:xfrm>
            <a:off x="0" y="-8640"/>
            <a:ext cx="12190320" cy="6868080"/>
            <a:chOff x="0" y="-8640"/>
            <a:chExt cx="12190320" cy="6868080"/>
          </a:xfrm>
        </p:grpSpPr>
        <p:cxnSp>
          <p:nvCxnSpPr>
            <p:cNvPr id="200" name="Straight Connector 19"/>
            <p:cNvCxnSpPr/>
            <p:nvPr/>
          </p:nvCxnSpPr>
          <p:spPr>
            <a:xfrm>
              <a:off x="9370800" y="0"/>
              <a:ext cx="1221120" cy="6859800"/>
            </a:xfrm>
            <a:prstGeom prst="straightConnector1">
              <a:avLst/>
            </a:prstGeom>
            <a:ln cap="rnd" w="9525">
              <a:solidFill>
                <a:srgbClr val="BFBFBF"/>
              </a:solidFill>
              <a:round/>
            </a:ln>
          </p:spPr>
        </p:cxnSp>
        <p:cxnSp>
          <p:nvCxnSpPr>
            <p:cNvPr id="201"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202"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03"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04"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205"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206"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07"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08"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09"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210" name="PlaceHolder 1"/>
          <p:cNvSpPr>
            <a:spLocks noGrp="1"/>
          </p:cNvSpPr>
          <p:nvPr>
            <p:ph type="title"/>
          </p:nvPr>
        </p:nvSpPr>
        <p:spPr>
          <a:xfrm>
            <a:off x="931320" y="609480"/>
            <a:ext cx="8092440" cy="3020760"/>
          </a:xfrm>
          <a:prstGeom prst="rect">
            <a:avLst/>
          </a:prstGeom>
          <a:noFill/>
          <a:ln w="0">
            <a:noFill/>
          </a:ln>
        </p:spPr>
        <p:txBody>
          <a:bodyPr lIns="91440" tIns="45720" rIns="91440" bIns="45720" anchor="ctr">
            <a:normAutofit/>
          </a:bodyPr>
          <a:lstStyle>
            <a:lvl1pPr indent="0" algn="l" defTabSz="457200">
              <a:lnSpc>
                <a:spcPct val="100000"/>
              </a:lnSpc>
              <a:buNone/>
              <a:tabLst>
                <a:tab pos="0" algn="l"/>
              </a:tabLst>
              <a:defRPr lang="en-US" sz="4400" b="0" u="none" strike="noStrike">
                <a:solidFill>
                  <a:schemeClr val="accent1"/>
                </a:solidFill>
                <a:effectLst/>
                <a:uFillTx/>
                <a:latin typeface="Trebuchet MS"/>
              </a:defRPr>
            </a:lvl1pPr>
          </a:lstStyle>
          <a:p>
            <a:pPr indent="0" algn="l" defTabSz="457200">
              <a:lnSpc>
                <a:spcPct val="100000"/>
              </a:lnSpc>
              <a:buNone/>
              <a:tabLst>
                <a:tab pos="0" algn="l"/>
              </a:tabLst>
            </a:pPr>
            <a:r>
              <a:rPr lang="en-US" sz="4400" b="0" u="none" strike="noStrike">
                <a:solidFill>
                  <a:schemeClr val="accent1"/>
                </a:solidFill>
                <a:effectLst/>
                <a:uFillTx/>
                <a:latin typeface="Trebuchet MS"/>
              </a:rPr>
              <a:t>Click to edit Master title style</a:t>
            </a:r>
            <a:endParaRPr lang="en-US" sz="4400" b="0" u="none" strike="noStrike">
              <a:solidFill>
                <a:srgbClr val="000000"/>
              </a:solidFill>
              <a:effectLst/>
              <a:uFillTx/>
              <a:latin typeface="Arial"/>
            </a:endParaRPr>
          </a:p>
        </p:txBody>
      </p:sp>
      <p:sp>
        <p:nvSpPr>
          <p:cNvPr id="211" name="PlaceHolder 2"/>
          <p:cNvSpPr>
            <a:spLocks noGrp="1"/>
          </p:cNvSpPr>
          <p:nvPr>
            <p:ph type="body"/>
          </p:nvPr>
        </p:nvSpPr>
        <p:spPr>
          <a:xfrm>
            <a:off x="677160" y="4013280"/>
            <a:ext cx="8595000" cy="512280"/>
          </a:xfrm>
          <a:prstGeom prst="rect">
            <a:avLst/>
          </a:prstGeom>
          <a:noFill/>
          <a:ln w="0">
            <a:noFill/>
          </a:ln>
        </p:spPr>
        <p:txBody>
          <a:bodyPr lIns="91440" tIns="45720" rIns="91440" bIns="45720" anchor="b">
            <a:noAutofit/>
          </a:bodyPr>
          <a:lstStyle>
            <a:lvl1pPr indent="0" algn="l" defTabSz="457200">
              <a:lnSpc>
                <a:spcPct val="100000"/>
              </a:lnSpc>
              <a:spcBef>
                <a:spcPts val="1001"/>
              </a:spcBef>
              <a:buNone/>
              <a:tabLst>
                <a:tab pos="0" algn="l"/>
              </a:tabLst>
              <a:defRPr lang="en-US" sz="2400" b="0" u="none" strike="noStrike">
                <a:solidFill>
                  <a:schemeClr val="dk1">
                    <a:lumMod val="75000"/>
                    <a:lumOff val="25000"/>
                  </a:schemeClr>
                </a:solidFill>
                <a:effectLst/>
                <a:uFillTx/>
                <a:latin typeface="Trebuchet MS"/>
              </a:defRPr>
            </a:lvl1pPr>
          </a:lstStyle>
          <a:p>
            <a:pPr indent="0" algn="l" defTabSz="457200">
              <a:lnSpc>
                <a:spcPct val="100000"/>
              </a:lnSpc>
              <a:spcBef>
                <a:spcPts val="1001"/>
              </a:spcBef>
              <a:buNone/>
              <a:tabLst>
                <a:tab pos="0" algn="l"/>
              </a:tabLst>
            </a:pPr>
            <a:r>
              <a:rPr lang="en-US" sz="2400" b="0" u="none" strike="noStrike">
                <a:solidFill>
                  <a:schemeClr val="dk1">
                    <a:lumMod val="75000"/>
                    <a:lumOff val="25000"/>
                  </a:schemeClr>
                </a:solidFill>
                <a:effectLst/>
                <a:uFillTx/>
                <a:latin typeface="Trebuchet MS"/>
              </a:rPr>
              <a:t>Click to edit Master text styles</a:t>
            </a:r>
            <a:endParaRPr lang="en-US" sz="2400" b="0" u="none" strike="noStrike">
              <a:solidFill>
                <a:srgbClr val="000000"/>
              </a:solidFill>
              <a:effectLst/>
              <a:uFillTx/>
              <a:latin typeface="Arial"/>
            </a:endParaRPr>
          </a:p>
        </p:txBody>
      </p:sp>
      <p:sp>
        <p:nvSpPr>
          <p:cNvPr id="212" name="PlaceHolder 3"/>
          <p:cNvSpPr>
            <a:spLocks noGrp="1"/>
          </p:cNvSpPr>
          <p:nvPr>
            <p:ph type="body"/>
          </p:nvPr>
        </p:nvSpPr>
        <p:spPr>
          <a:xfrm>
            <a:off x="677160" y="4527360"/>
            <a:ext cx="8595000" cy="1512000"/>
          </a:xfrm>
          <a:prstGeom prst="rect">
            <a:avLst/>
          </a:prstGeom>
          <a:noFill/>
          <a:ln w="0">
            <a:noFill/>
          </a:ln>
        </p:spPr>
        <p:txBody>
          <a:bodyPr lIns="91440" tIns="45720" rIns="91440" bIns="45720" anchor="t">
            <a:normAutofit/>
          </a:bodyPr>
          <a:lstStyle>
            <a:lvl1pPr indent="0" algn="l" defTabSz="457200">
              <a:lnSpc>
                <a:spcPct val="100000"/>
              </a:lnSpc>
              <a:spcBef>
                <a:spcPts val="1001"/>
              </a:spcBef>
              <a:buNone/>
              <a:tabLst>
                <a:tab pos="0" algn="l"/>
              </a:tabLst>
              <a:defRPr lang="en-US" sz="1800" b="0" u="none" strike="noStrike">
                <a:solidFill>
                  <a:schemeClr val="dk1">
                    <a:lumMod val="50000"/>
                    <a:lumOff val="50000"/>
                  </a:schemeClr>
                </a:solidFill>
                <a:effectLst/>
                <a:uFillTx/>
                <a:latin typeface="Trebuchet MS"/>
              </a:defRPr>
            </a:lvl1pPr>
          </a:lstStyle>
          <a:p>
            <a:pPr indent="0" algn="l" defTabSz="457200">
              <a:lnSpc>
                <a:spcPct val="100000"/>
              </a:lnSpc>
              <a:spcBef>
                <a:spcPts val="1001"/>
              </a:spcBef>
              <a:buNone/>
              <a:tabLst>
                <a:tab pos="0" algn="l"/>
              </a:tabLst>
            </a:pPr>
            <a:r>
              <a:rPr lang="en-US" sz="1800" b="0" u="none" strike="noStrike">
                <a:solidFill>
                  <a:schemeClr val="dk1">
                    <a:lumMod val="50000"/>
                    <a:lumOff val="50000"/>
                  </a:schemeClr>
                </a:solidFill>
                <a:effectLst/>
                <a:uFillTx/>
                <a:latin typeface="Trebuchet MS"/>
              </a:rPr>
              <a:t>Click to edit Master text styles</a:t>
            </a:r>
            <a:endParaRPr lang="en-US" sz="1800" b="0" u="none" strike="noStrike">
              <a:solidFill>
                <a:srgbClr val="000000"/>
              </a:solidFill>
              <a:effectLst/>
              <a:uFillTx/>
              <a:latin typeface="Arial"/>
            </a:endParaRPr>
          </a:p>
        </p:txBody>
      </p:sp>
      <p:sp>
        <p:nvSpPr>
          <p:cNvPr id="213" name="PlaceHolder 4"/>
          <p:cNvSpPr>
            <a:spLocks noGrp="1"/>
          </p:cNvSpPr>
          <p:nvPr>
            <p:ph type="dt" idx="34"/>
          </p:nvPr>
        </p:nvSpPr>
        <p:spPr>
          <a:xfrm>
            <a:off x="7205040" y="6041520"/>
            <a:ext cx="9100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214" name="PlaceHolder 5"/>
          <p:cNvSpPr>
            <a:spLocks noGrp="1"/>
          </p:cNvSpPr>
          <p:nvPr>
            <p:ph type="ftr" idx="35"/>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Times New Roman"/>
            </a:endParaRPr>
          </a:p>
        </p:txBody>
      </p:sp>
      <p:sp>
        <p:nvSpPr>
          <p:cNvPr id="215" name="PlaceHolder 6"/>
          <p:cNvSpPr>
            <a:spLocks noGrp="1"/>
          </p:cNvSpPr>
          <p:nvPr>
            <p:ph type="sldNum" idx="36"/>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8ACFA68C-B7C7-48AB-A7BC-9DE823CBB3BF}"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216" name="TextBox 23"/>
          <p:cNvSpPr/>
          <p:nvPr/>
        </p:nvSpPr>
        <p:spPr>
          <a:xfrm>
            <a:off x="541800" y="790200"/>
            <a:ext cx="607680" cy="582840"/>
          </a:xfrm>
          <a:prstGeom prst="rect">
            <a:avLst/>
          </a:prstGeom>
          <a:noFill/>
          <a:ln w="0">
            <a:noFill/>
          </a:ln>
        </p:spPr>
        <p:style>
          <a:lnRef idx="0"/>
          <a:fillRef idx="0"/>
          <a:effectRef idx="0"/>
          <a:fontRef idx="minor"/>
        </p:style>
        <p:txBody>
          <a:bodyPr lIns="90000" tIns="45000" rIns="90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rPr>
              <a:t>“</a:t>
            </a:r>
            <a:endParaRPr lang="en-US" sz="8000" b="0" u="none" strike="noStrike">
              <a:solidFill>
                <a:srgbClr val="000000"/>
              </a:solidFill>
              <a:effectLst/>
              <a:uFillTx/>
              <a:latin typeface="Arial"/>
            </a:endParaRPr>
          </a:p>
        </p:txBody>
      </p:sp>
      <p:sp>
        <p:nvSpPr>
          <p:cNvPr id="217" name="TextBox 24"/>
          <p:cNvSpPr/>
          <p:nvPr/>
        </p:nvSpPr>
        <p:spPr>
          <a:xfrm>
            <a:off x="8893080" y="2886480"/>
            <a:ext cx="607680" cy="582840"/>
          </a:xfrm>
          <a:prstGeom prst="rect">
            <a:avLst/>
          </a:prstGeom>
          <a:noFill/>
          <a:ln w="0">
            <a:noFill/>
          </a:ln>
        </p:spPr>
        <p:style>
          <a:lnRef idx="0"/>
          <a:fillRef idx="0"/>
          <a:effectRef idx="0"/>
          <a:fontRef idx="minor"/>
        </p:style>
        <p:txBody>
          <a:bodyPr lIns="90000" tIns="45000" rIns="90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rPr>
              <a:t>”</a:t>
            </a:r>
            <a:endParaRPr lang="en-US" sz="8000" b="0" u="none" strike="noStrike">
              <a:solidFill>
                <a:srgbClr val="000000"/>
              </a:solidFill>
              <a:effectLst/>
              <a:uFillTx/>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rue or False">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18" name="Group 6"/>
          <p:cNvGrpSpPr/>
          <p:nvPr/>
        </p:nvGrpSpPr>
        <p:grpSpPr>
          <a:xfrm>
            <a:off x="0" y="-8640"/>
            <a:ext cx="12190320" cy="6868080"/>
            <a:chOff x="0" y="-8640"/>
            <a:chExt cx="12190320" cy="6868080"/>
          </a:xfrm>
        </p:grpSpPr>
        <p:cxnSp>
          <p:nvCxnSpPr>
            <p:cNvPr id="219" name="Straight Connector 19"/>
            <p:cNvCxnSpPr/>
            <p:nvPr/>
          </p:nvCxnSpPr>
          <p:spPr>
            <a:xfrm>
              <a:off x="9370800" y="0"/>
              <a:ext cx="1221120" cy="6859800"/>
            </a:xfrm>
            <a:prstGeom prst="straightConnector1">
              <a:avLst/>
            </a:prstGeom>
            <a:ln cap="rnd" w="9525">
              <a:solidFill>
                <a:srgbClr val="BFBFBF"/>
              </a:solidFill>
              <a:round/>
            </a:ln>
          </p:spPr>
        </p:cxnSp>
        <p:cxnSp>
          <p:nvCxnSpPr>
            <p:cNvPr id="220"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221"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22"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23"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224"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225"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26"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27"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28"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229" name="PlaceHolder 1"/>
          <p:cNvSpPr>
            <a:spLocks noGrp="1"/>
          </p:cNvSpPr>
          <p:nvPr>
            <p:ph type="title"/>
          </p:nvPr>
        </p:nvSpPr>
        <p:spPr>
          <a:xfrm>
            <a:off x="685800" y="609480"/>
            <a:ext cx="8586360" cy="3020760"/>
          </a:xfrm>
          <a:prstGeom prst="rect">
            <a:avLst/>
          </a:prstGeom>
          <a:noFill/>
          <a:ln w="0">
            <a:noFill/>
          </a:ln>
        </p:spPr>
        <p:txBody>
          <a:bodyPr lIns="91440" tIns="45720" rIns="91440" bIns="45720" anchor="ctr">
            <a:normAutofit/>
          </a:bodyPr>
          <a:lstStyle>
            <a:lvl1pPr indent="0" algn="l" defTabSz="457200">
              <a:lnSpc>
                <a:spcPct val="100000"/>
              </a:lnSpc>
              <a:buNone/>
              <a:tabLst>
                <a:tab pos="0" algn="l"/>
              </a:tabLst>
              <a:defRPr lang="en-US" sz="4400" b="0" u="none" strike="noStrike">
                <a:solidFill>
                  <a:schemeClr val="accent1"/>
                </a:solidFill>
                <a:effectLst/>
                <a:uFillTx/>
                <a:latin typeface="Trebuchet MS"/>
              </a:defRPr>
            </a:lvl1pPr>
          </a:lstStyle>
          <a:p>
            <a:pPr indent="0" algn="l" defTabSz="457200">
              <a:lnSpc>
                <a:spcPct val="100000"/>
              </a:lnSpc>
              <a:buNone/>
              <a:tabLst>
                <a:tab pos="0" algn="l"/>
              </a:tabLst>
            </a:pPr>
            <a:r>
              <a:rPr lang="en-US" sz="4400" b="0" u="none" strike="noStrike">
                <a:solidFill>
                  <a:schemeClr val="accent1"/>
                </a:solidFill>
                <a:effectLst/>
                <a:uFillTx/>
                <a:latin typeface="Trebuchet MS"/>
              </a:rPr>
              <a:t>Click to edit Master title style</a:t>
            </a:r>
            <a:endParaRPr lang="en-US" sz="4400" b="0" u="none" strike="noStrike">
              <a:solidFill>
                <a:srgbClr val="000000"/>
              </a:solidFill>
              <a:effectLst/>
              <a:uFillTx/>
              <a:latin typeface="Arial"/>
            </a:endParaRPr>
          </a:p>
        </p:txBody>
      </p:sp>
      <p:sp>
        <p:nvSpPr>
          <p:cNvPr id="230" name="PlaceHolder 2"/>
          <p:cNvSpPr>
            <a:spLocks noGrp="1"/>
          </p:cNvSpPr>
          <p:nvPr>
            <p:ph type="body"/>
          </p:nvPr>
        </p:nvSpPr>
        <p:spPr>
          <a:xfrm>
            <a:off x="677160" y="4013280"/>
            <a:ext cx="8595000" cy="512280"/>
          </a:xfrm>
          <a:prstGeom prst="rect">
            <a:avLst/>
          </a:prstGeom>
          <a:noFill/>
          <a:ln w="0">
            <a:noFill/>
          </a:ln>
        </p:spPr>
        <p:txBody>
          <a:bodyPr lIns="91440" tIns="45720" rIns="91440" bIns="45720" anchor="b">
            <a:noAutofit/>
          </a:bodyPr>
          <a:lstStyle>
            <a:lvl1pPr indent="0" algn="l" defTabSz="457200">
              <a:lnSpc>
                <a:spcPct val="100000"/>
              </a:lnSpc>
              <a:spcBef>
                <a:spcPts val="1001"/>
              </a:spcBef>
              <a:buNone/>
              <a:tabLst>
                <a:tab pos="0" algn="l"/>
              </a:tabLst>
              <a:defRPr lang="en-US" sz="2400" b="0" u="none" strike="noStrike">
                <a:solidFill>
                  <a:schemeClr val="accent1"/>
                </a:solidFill>
                <a:effectLst/>
                <a:uFillTx/>
                <a:latin typeface="Trebuchet MS"/>
              </a:defRPr>
            </a:lvl1pPr>
          </a:lstStyle>
          <a:p>
            <a:pPr indent="0" algn="l" defTabSz="457200">
              <a:lnSpc>
                <a:spcPct val="100000"/>
              </a:lnSpc>
              <a:spcBef>
                <a:spcPts val="1001"/>
              </a:spcBef>
              <a:buNone/>
              <a:tabLst>
                <a:tab pos="0" algn="l"/>
              </a:tabLst>
            </a:pPr>
            <a:r>
              <a:rPr lang="en-US" sz="2400" b="0" u="none" strike="noStrike">
                <a:solidFill>
                  <a:schemeClr val="accent1"/>
                </a:solidFill>
                <a:effectLst/>
                <a:uFillTx/>
                <a:latin typeface="Trebuchet MS"/>
              </a:rPr>
              <a:t>Click to edit Master text styles</a:t>
            </a:r>
            <a:endParaRPr lang="en-US" sz="2400" b="0" u="none" strike="noStrike">
              <a:solidFill>
                <a:srgbClr val="000000"/>
              </a:solidFill>
              <a:effectLst/>
              <a:uFillTx/>
              <a:latin typeface="Arial"/>
            </a:endParaRPr>
          </a:p>
        </p:txBody>
      </p:sp>
      <p:sp>
        <p:nvSpPr>
          <p:cNvPr id="231" name="PlaceHolder 3"/>
          <p:cNvSpPr>
            <a:spLocks noGrp="1"/>
          </p:cNvSpPr>
          <p:nvPr>
            <p:ph type="body"/>
          </p:nvPr>
        </p:nvSpPr>
        <p:spPr>
          <a:xfrm>
            <a:off x="677160" y="4527360"/>
            <a:ext cx="8595000" cy="1512000"/>
          </a:xfrm>
          <a:prstGeom prst="rect">
            <a:avLst/>
          </a:prstGeom>
          <a:noFill/>
          <a:ln w="0">
            <a:noFill/>
          </a:ln>
        </p:spPr>
        <p:txBody>
          <a:bodyPr lIns="91440" tIns="45720" rIns="91440" bIns="45720" anchor="t">
            <a:normAutofit/>
          </a:bodyPr>
          <a:lstStyle>
            <a:lvl1pPr indent="0" algn="l" defTabSz="457200">
              <a:lnSpc>
                <a:spcPct val="100000"/>
              </a:lnSpc>
              <a:spcBef>
                <a:spcPts val="1001"/>
              </a:spcBef>
              <a:buNone/>
              <a:tabLst>
                <a:tab pos="0" algn="l"/>
              </a:tabLst>
              <a:defRPr lang="en-US" sz="1800" b="0" u="none" strike="noStrike">
                <a:solidFill>
                  <a:schemeClr val="dk1">
                    <a:lumMod val="50000"/>
                    <a:lumOff val="50000"/>
                  </a:schemeClr>
                </a:solidFill>
                <a:effectLst/>
                <a:uFillTx/>
                <a:latin typeface="Trebuchet MS"/>
              </a:defRPr>
            </a:lvl1pPr>
          </a:lstStyle>
          <a:p>
            <a:pPr indent="0" algn="l" defTabSz="457200">
              <a:lnSpc>
                <a:spcPct val="100000"/>
              </a:lnSpc>
              <a:spcBef>
                <a:spcPts val="1001"/>
              </a:spcBef>
              <a:buNone/>
              <a:tabLst>
                <a:tab pos="0" algn="l"/>
              </a:tabLst>
            </a:pPr>
            <a:r>
              <a:rPr lang="en-US" sz="1800" b="0" u="none" strike="noStrike">
                <a:solidFill>
                  <a:schemeClr val="dk1">
                    <a:lumMod val="50000"/>
                    <a:lumOff val="50000"/>
                  </a:schemeClr>
                </a:solidFill>
                <a:effectLst/>
                <a:uFillTx/>
                <a:latin typeface="Trebuchet MS"/>
              </a:rPr>
              <a:t>Click to edit Master text styles</a:t>
            </a:r>
            <a:endParaRPr lang="en-US" sz="1800" b="0" u="none" strike="noStrike">
              <a:solidFill>
                <a:srgbClr val="000000"/>
              </a:solidFill>
              <a:effectLst/>
              <a:uFillTx/>
              <a:latin typeface="Arial"/>
            </a:endParaRPr>
          </a:p>
        </p:txBody>
      </p:sp>
      <p:sp>
        <p:nvSpPr>
          <p:cNvPr id="232" name="PlaceHolder 4"/>
          <p:cNvSpPr>
            <a:spLocks noGrp="1"/>
          </p:cNvSpPr>
          <p:nvPr>
            <p:ph type="dt" idx="37"/>
          </p:nvPr>
        </p:nvSpPr>
        <p:spPr>
          <a:xfrm>
            <a:off x="7205040" y="6041520"/>
            <a:ext cx="9100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233" name="PlaceHolder 5"/>
          <p:cNvSpPr>
            <a:spLocks noGrp="1"/>
          </p:cNvSpPr>
          <p:nvPr>
            <p:ph type="ftr" idx="38"/>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Times New Roman"/>
            </a:endParaRPr>
          </a:p>
        </p:txBody>
      </p:sp>
      <p:sp>
        <p:nvSpPr>
          <p:cNvPr id="234" name="PlaceHolder 6"/>
          <p:cNvSpPr>
            <a:spLocks noGrp="1"/>
          </p:cNvSpPr>
          <p:nvPr>
            <p:ph type="sldNum" idx="39"/>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E73A1352-E451-4391-97F9-8FC9A1E82291}"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35" name="Group 6"/>
          <p:cNvGrpSpPr/>
          <p:nvPr/>
        </p:nvGrpSpPr>
        <p:grpSpPr>
          <a:xfrm>
            <a:off x="0" y="-8640"/>
            <a:ext cx="12190320" cy="6868080"/>
            <a:chOff x="0" y="-8640"/>
            <a:chExt cx="12190320" cy="6868080"/>
          </a:xfrm>
        </p:grpSpPr>
        <p:cxnSp>
          <p:nvCxnSpPr>
            <p:cNvPr id="236" name="Straight Connector 19"/>
            <p:cNvCxnSpPr/>
            <p:nvPr/>
          </p:nvCxnSpPr>
          <p:spPr>
            <a:xfrm>
              <a:off x="9370800" y="0"/>
              <a:ext cx="1221120" cy="6859800"/>
            </a:xfrm>
            <a:prstGeom prst="straightConnector1">
              <a:avLst/>
            </a:prstGeom>
            <a:ln cap="rnd" w="9525">
              <a:solidFill>
                <a:srgbClr val="BFBFBF"/>
              </a:solidFill>
              <a:round/>
            </a:ln>
          </p:spPr>
        </p:cxnSp>
        <p:cxnSp>
          <p:nvCxnSpPr>
            <p:cNvPr id="237"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238"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39"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40"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241"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242"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43"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44"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45"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246" name="PlaceHolder 1"/>
          <p:cNvSpPr>
            <a:spLocks noGrp="1"/>
          </p:cNvSpPr>
          <p:nvPr>
            <p:ph type="title"/>
          </p:nvPr>
        </p:nvSpPr>
        <p:spPr>
          <a:xfrm>
            <a:off x="677160" y="609480"/>
            <a:ext cx="8595000" cy="1319040"/>
          </a:xfrm>
          <a:prstGeom prst="rect">
            <a:avLst/>
          </a:prstGeom>
          <a:noFill/>
          <a:ln w="0">
            <a:noFill/>
          </a:ln>
        </p:spPr>
        <p:txBody>
          <a:bodyPr lIns="91440" tIns="45720" rIns="91440" bIns="45720" anchor="t">
            <a:noAutofit/>
          </a:bodyPr>
          <a:lstStyle>
            <a:lvl1pPr indent="0" algn="l" defTabSz="457200">
              <a:lnSpc>
                <a:spcPct val="100000"/>
              </a:lnSpc>
              <a:buNone/>
              <a:tabLst>
                <a:tab pos="0" algn="l"/>
              </a:tabLst>
              <a:defRPr lang="en-US" sz="3600" b="0" u="none" strike="noStrike">
                <a:solidFill>
                  <a:schemeClr val="accent1"/>
                </a:solidFill>
                <a:effectLst/>
                <a:uFillTx/>
                <a:latin typeface="Trebuchet MS"/>
              </a:defRPr>
            </a:lvl1pPr>
          </a:lstStyle>
          <a:p>
            <a:pPr indent="0" algn="l" defTabSz="457200">
              <a:lnSpc>
                <a:spcPct val="100000"/>
              </a:lnSpc>
              <a:buNone/>
              <a:tabLst>
                <a:tab pos="0" algn="l"/>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Arial"/>
            </a:endParaRPr>
          </a:p>
        </p:txBody>
      </p:sp>
      <p:sp>
        <p:nvSpPr>
          <p:cNvPr id="247" name="PlaceHolder 2"/>
          <p:cNvSpPr>
            <a:spLocks noGrp="1"/>
          </p:cNvSpPr>
          <p:nvPr>
            <p:ph type="body"/>
          </p:nvPr>
        </p:nvSpPr>
        <p:spPr>
          <a:xfrm>
            <a:off x="677160" y="2160720"/>
            <a:ext cx="8595000" cy="3879000"/>
          </a:xfrm>
          <a:prstGeom prst="rect">
            <a:avLst/>
          </a:prstGeom>
          <a:noFill/>
          <a:ln w="0">
            <a:noFill/>
          </a:ln>
        </p:spPr>
        <p:txBody>
          <a:bodyPr lIns="91440" tIns="45720" rIns="91440" bIns="45720" anchor="t" vert="eaVert">
            <a:noAutofit/>
          </a:bodyPr>
          <a:lstStyle>
            <a:lvl1pPr algn="l" defTabSz="457200">
              <a:lnSpc>
                <a:spcPct val="100000"/>
              </a:lnSpc>
              <a:spcBef>
                <a:spcPts val="1001"/>
              </a:spcBef>
              <a:buClr>
                <a:srgbClr val="90C226"/>
              </a:buClr>
              <a:buSzPct val="80000"/>
              <a:buFont typeface="Wingdings 3" charset="2"/>
              <a:buChar char=""/>
              <a:defRPr lang="en-US" sz="1800" b="0" u="none" strike="noStrike">
                <a:solidFill>
                  <a:schemeClr val="dk1">
                    <a:lumMod val="75000"/>
                    <a:lumOff val="25000"/>
                  </a:schemeClr>
                </a:solidFill>
                <a:effectLst/>
                <a:uFillTx/>
                <a:latin typeface="Trebuchet MS"/>
              </a:defRPr>
            </a:lvl1pPr>
            <a:lvl2pPr lvl="1" algn="l" defTabSz="457200">
              <a:lnSpc>
                <a:spcPct val="100000"/>
              </a:lnSpc>
              <a:spcBef>
                <a:spcPts val="1001"/>
              </a:spcBef>
              <a:buClr>
                <a:srgbClr val="90C226"/>
              </a:buClr>
              <a:buSzPct val="80000"/>
              <a:buFont typeface="Wingdings 3" charset="2"/>
              <a:buChar char=""/>
              <a:defRPr lang="en-US" sz="1600" b="0" u="none" strike="noStrike">
                <a:solidFill>
                  <a:schemeClr val="dk1">
                    <a:lumMod val="75000"/>
                    <a:lumOff val="25000"/>
                  </a:schemeClr>
                </a:solidFill>
                <a:effectLst/>
                <a:uFillTx/>
                <a:latin typeface="Trebuchet MS"/>
              </a:defRPr>
            </a:lvl2pPr>
            <a:lvl3pPr lvl="2" algn="l" defTabSz="457200">
              <a:lnSpc>
                <a:spcPct val="100000"/>
              </a:lnSpc>
              <a:spcBef>
                <a:spcPts val="1001"/>
              </a:spcBef>
              <a:buClr>
                <a:srgbClr val="90C226"/>
              </a:buClr>
              <a:buSzPct val="80000"/>
              <a:buFont typeface="Wingdings 3" charset="2"/>
              <a:buChar char=""/>
              <a:defRPr lang="en-US" sz="1400" b="0" u="none" strike="noStrike">
                <a:solidFill>
                  <a:schemeClr val="dk1">
                    <a:lumMod val="75000"/>
                    <a:lumOff val="25000"/>
                  </a:schemeClr>
                </a:solidFill>
                <a:effectLst/>
                <a:uFillTx/>
                <a:latin typeface="Trebuchet MS"/>
              </a:defRPr>
            </a:lvl3pPr>
            <a:lvl4pPr lvl="3"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4pPr>
            <a:lvl5pPr lvl="4"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5pPr>
          </a:lstStyle>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Arial"/>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Arial"/>
            </a:endParaRPr>
          </a:p>
          <a:p>
            <a:pPr marL="1143000" lvl="2" indent="-228600" algn="l"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Arial"/>
            </a:endParaRPr>
          </a:p>
          <a:p>
            <a:pPr marL="1600200" lvl="3"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Arial"/>
            </a:endParaRPr>
          </a:p>
          <a:p>
            <a:pPr marL="2057400" lvl="4"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Arial"/>
            </a:endParaRPr>
          </a:p>
        </p:txBody>
      </p:sp>
      <p:sp>
        <p:nvSpPr>
          <p:cNvPr id="248" name="PlaceHolder 3"/>
          <p:cNvSpPr>
            <a:spLocks noGrp="1"/>
          </p:cNvSpPr>
          <p:nvPr>
            <p:ph type="dt" idx="40"/>
          </p:nvPr>
        </p:nvSpPr>
        <p:spPr>
          <a:xfrm>
            <a:off x="7205040" y="6041520"/>
            <a:ext cx="9100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249" name="PlaceHolder 4"/>
          <p:cNvSpPr>
            <a:spLocks noGrp="1"/>
          </p:cNvSpPr>
          <p:nvPr>
            <p:ph type="ftr" idx="41"/>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Times New Roman"/>
            </a:endParaRPr>
          </a:p>
        </p:txBody>
      </p:sp>
      <p:sp>
        <p:nvSpPr>
          <p:cNvPr id="250" name="PlaceHolder 5"/>
          <p:cNvSpPr>
            <a:spLocks noGrp="1"/>
          </p:cNvSpPr>
          <p:nvPr>
            <p:ph type="sldNum" idx="42"/>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93C35BC9-F339-41A5-9E1A-2B7B09A34B35}"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and Content">
    <p:spTree>
      <p:nvGrpSpPr>
        <p:cNvPr id="1" name=""/>
        <p:cNvGrpSpPr/>
        <p:nvPr/>
      </p:nvGrpSpPr>
      <p:grpSpPr>
        <a:xfrm>
          <a:off x="0" y="0"/>
          <a:ext cx="0" cy="0"/>
          <a:chOff x="0" y="0"/>
          <a:chExt cx="0" cy="0"/>
        </a:xfrm>
      </p:grpSpPr>
      <p:sp>
        <p:nvSpPr>
          <p:cNvPr id="266" name="PlaceHolder 1"/>
          <p:cNvSpPr>
            <a:spLocks noGrp="1"/>
          </p:cNvSpPr>
          <p:nvPr>
            <p:ph type="title"/>
          </p:nvPr>
        </p:nvSpPr>
        <p:spPr>
          <a:xfrm>
            <a:off x="677160" y="609480"/>
            <a:ext cx="8595000" cy="1319040"/>
          </a:xfrm>
          <a:prstGeom prst="rect">
            <a:avLst/>
          </a:prstGeom>
          <a:noFill/>
          <a:ln w="0">
            <a:noFill/>
          </a:ln>
        </p:spPr>
        <p:txBody>
          <a:bodyPr lIns="0" tIns="0" rIns="0" bIns="0" anchor="ctr">
            <a:spAutoFit/>
          </a:bodyPr>
          <a:p>
            <a:pPr indent="0" algn="l">
              <a:buNone/>
            </a:pPr>
            <a:endParaRPr lang="en-US" sz="4400" b="0" u="none" strike="noStrike">
              <a:solidFill>
                <a:srgbClr val="000000"/>
              </a:solidFill>
              <a:effectLst/>
              <a:uFillTx/>
              <a:latin typeface="Arial"/>
            </a:endParaRPr>
          </a:p>
        </p:txBody>
      </p:sp>
      <p:sp>
        <p:nvSpPr>
          <p:cNvPr id="267" name="PlaceHolder 2"/>
          <p:cNvSpPr>
            <a:spLocks noGrp="1"/>
          </p:cNvSpPr>
          <p:nvPr>
            <p:ph type="subTitle"/>
          </p:nvPr>
        </p:nvSpPr>
        <p:spPr>
          <a:xfrm>
            <a:off x="677160" y="2160720"/>
            <a:ext cx="8595000" cy="387900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E0F934E2-320D-475B-ADF0-515A2DC29DD4}"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spTree>
      <p:nvGrpSpPr>
        <p:cNvPr id="1" name=""/>
        <p:cNvGrpSpPr/>
        <p:nvPr/>
      </p:nvGrpSpPr>
      <p:grpSpPr>
        <a:xfrm>
          <a:off x="0" y="0"/>
          <a:ext cx="0" cy="0"/>
          <a:chOff x="0" y="0"/>
          <a:chExt cx="0" cy="0"/>
        </a:xfrm>
      </p:grpSpPr>
      <p:sp>
        <p:nvSpPr>
          <p:cNvPr id="283" name="PlaceHolder 1"/>
          <p:cNvSpPr>
            <a:spLocks noGrp="1"/>
          </p:cNvSpPr>
          <p:nvPr>
            <p:ph type="title"/>
          </p:nvPr>
        </p:nvSpPr>
        <p:spPr>
          <a:xfrm>
            <a:off x="677160" y="609480"/>
            <a:ext cx="8595000" cy="1319040"/>
          </a:xfrm>
          <a:prstGeom prst="rect">
            <a:avLst/>
          </a:prstGeom>
          <a:noFill/>
          <a:ln w="0">
            <a:noFill/>
          </a:ln>
        </p:spPr>
        <p:txBody>
          <a:bodyPr lIns="0" tIns="0" rIns="0" bIns="0" anchor="ctr">
            <a:spAutoFit/>
          </a:bodyPr>
          <a:p>
            <a:pPr indent="0" algn="l">
              <a:buNone/>
            </a:pPr>
            <a:endParaRPr lang="en-US" sz="4400" b="0" u="none" strike="noStrike">
              <a:solidFill>
                <a:srgbClr val="000000"/>
              </a:solidFill>
              <a:effectLst/>
              <a:uFillTx/>
              <a:latin typeface="Arial"/>
            </a:endParaRPr>
          </a:p>
        </p:txBody>
      </p:sp>
      <p:sp>
        <p:nvSpPr>
          <p:cNvPr id="284" name="PlaceHolder 2"/>
          <p:cNvSpPr>
            <a:spLocks noGrp="1"/>
          </p:cNvSpPr>
          <p:nvPr>
            <p:ph type="subTitle"/>
          </p:nvPr>
        </p:nvSpPr>
        <p:spPr>
          <a:xfrm>
            <a:off x="677160" y="2160720"/>
            <a:ext cx="8595000" cy="387900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
        <p:nvSpPr>
          <p:cNvPr id="4" name="PlaceHolder 3"/>
          <p:cNvSpPr>
            <a:spLocks noGrp="1"/>
          </p:cNvSpPr>
          <p:nvPr>
            <p:ph type="ftr" idx="46"/>
          </p:nvPr>
        </p:nvSpPr>
        <p:spPr/>
        <p:txBody>
          <a:bodyPr/>
          <a:p>
            <a:r>
              <a:t>Footer</a:t>
            </a:r>
          </a:p>
        </p:txBody>
      </p:sp>
      <p:sp>
        <p:nvSpPr>
          <p:cNvPr id="5" name="PlaceHolder 4"/>
          <p:cNvSpPr>
            <a:spLocks noGrp="1"/>
          </p:cNvSpPr>
          <p:nvPr>
            <p:ph type="sldNum" idx="47"/>
          </p:nvPr>
        </p:nvSpPr>
        <p:spPr/>
        <p:txBody>
          <a:bodyPr/>
          <a:p>
            <a:fld id="{26939640-7D8C-45B8-9FFF-53BF23F4D91B}" type="slidenum">
              <a:t>&lt;#&gt;</a:t>
            </a:fld>
          </a:p>
        </p:txBody>
      </p:sp>
      <p:sp>
        <p:nvSpPr>
          <p:cNvPr id="6" name="PlaceHolder 5"/>
          <p:cNvSpPr>
            <a:spLocks noGrp="1"/>
          </p:cNvSpPr>
          <p:nvPr>
            <p:ph type="dt" idx="48"/>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1">
    <p:spTree>
      <p:nvGrpSpPr>
        <p:cNvPr id="1" name=""/>
        <p:cNvGrpSpPr/>
        <p:nvPr/>
      </p:nvGrpSpPr>
      <p:grpSpPr>
        <a:xfrm>
          <a:off x="0" y="0"/>
          <a:ext cx="0" cy="0"/>
          <a:chOff x="0" y="0"/>
          <a:chExt cx="0" cy="0"/>
        </a:xfrm>
      </p:grpSpPr>
      <p:sp>
        <p:nvSpPr>
          <p:cNvPr id="300" name="PlaceHolder 1"/>
          <p:cNvSpPr>
            <a:spLocks noGrp="1"/>
          </p:cNvSpPr>
          <p:nvPr>
            <p:ph type="title"/>
          </p:nvPr>
        </p:nvSpPr>
        <p:spPr>
          <a:xfrm>
            <a:off x="677160" y="609480"/>
            <a:ext cx="8595000" cy="1319040"/>
          </a:xfrm>
          <a:prstGeom prst="rect">
            <a:avLst/>
          </a:prstGeom>
          <a:noFill/>
          <a:ln w="0">
            <a:noFill/>
          </a:ln>
        </p:spPr>
        <p:txBody>
          <a:bodyPr lIns="0" tIns="0" rIns="0" bIns="0" anchor="ctr">
            <a:spAutoFit/>
          </a:bodyPr>
          <a:p>
            <a:pPr indent="0" algn="l">
              <a:buNone/>
            </a:pPr>
            <a:endParaRPr lang="en-US" sz="4400" b="0" u="none" strike="noStrike">
              <a:solidFill>
                <a:srgbClr val="000000"/>
              </a:solidFill>
              <a:effectLst/>
              <a:uFillTx/>
              <a:latin typeface="Arial"/>
            </a:endParaRPr>
          </a:p>
        </p:txBody>
      </p:sp>
      <p:sp>
        <p:nvSpPr>
          <p:cNvPr id="301" name="PlaceHolder 2"/>
          <p:cNvSpPr>
            <a:spLocks noGrp="1"/>
          </p:cNvSpPr>
          <p:nvPr>
            <p:ph type="subTitle"/>
          </p:nvPr>
        </p:nvSpPr>
        <p:spPr>
          <a:xfrm>
            <a:off x="677160" y="2160720"/>
            <a:ext cx="8595000" cy="387900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
        <p:nvSpPr>
          <p:cNvPr id="4" name="PlaceHolder 3"/>
          <p:cNvSpPr>
            <a:spLocks noGrp="1"/>
          </p:cNvSpPr>
          <p:nvPr>
            <p:ph type="ftr" idx="49"/>
          </p:nvPr>
        </p:nvSpPr>
        <p:spPr/>
        <p:txBody>
          <a:bodyPr/>
          <a:p>
            <a:r>
              <a:t>Footer</a:t>
            </a:r>
          </a:p>
        </p:txBody>
      </p:sp>
      <p:sp>
        <p:nvSpPr>
          <p:cNvPr id="5" name="PlaceHolder 4"/>
          <p:cNvSpPr>
            <a:spLocks noGrp="1"/>
          </p:cNvSpPr>
          <p:nvPr>
            <p:ph type="sldNum" idx="50"/>
          </p:nvPr>
        </p:nvSpPr>
        <p:spPr/>
        <p:txBody>
          <a:bodyPr/>
          <a:p>
            <a:fld id="{F30AD076-058C-4CC7-B921-893BBDCBEC34}" type="slidenum">
              <a:t>&lt;#&gt;</a:t>
            </a:fld>
          </a:p>
        </p:txBody>
      </p:sp>
      <p:sp>
        <p:nvSpPr>
          <p:cNvPr id="6" name="PlaceHolder 5"/>
          <p:cNvSpPr>
            <a:spLocks noGrp="1"/>
          </p:cNvSpPr>
          <p:nvPr>
            <p:ph type="dt" idx="51"/>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2">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302" name="Group 6"/>
          <p:cNvGrpSpPr/>
          <p:nvPr/>
        </p:nvGrpSpPr>
        <p:grpSpPr>
          <a:xfrm>
            <a:off x="0" y="-8640"/>
            <a:ext cx="12190320" cy="6868080"/>
            <a:chOff x="0" y="-8640"/>
            <a:chExt cx="12190320" cy="6868080"/>
          </a:xfrm>
        </p:grpSpPr>
        <p:cxnSp>
          <p:nvCxnSpPr>
            <p:cNvPr id="303" name="Straight Connector 19"/>
            <p:cNvCxnSpPr/>
            <p:nvPr/>
          </p:nvCxnSpPr>
          <p:spPr>
            <a:xfrm>
              <a:off x="9370800" y="0"/>
              <a:ext cx="1221120" cy="6859800"/>
            </a:xfrm>
            <a:prstGeom prst="straightConnector1">
              <a:avLst/>
            </a:prstGeom>
            <a:ln cap="rnd" w="9525">
              <a:solidFill>
                <a:srgbClr val="BFBFBF"/>
              </a:solidFill>
              <a:round/>
            </a:ln>
          </p:spPr>
        </p:cxnSp>
        <p:cxnSp>
          <p:nvCxnSpPr>
            <p:cNvPr id="304"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305"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06"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07"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308"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309"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10"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11"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12"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313" name="PlaceHolder 1"/>
          <p:cNvSpPr>
            <a:spLocks noGrp="1"/>
          </p:cNvSpPr>
          <p:nvPr>
            <p:ph type="title"/>
          </p:nvPr>
        </p:nvSpPr>
        <p:spPr>
          <a:xfrm>
            <a:off x="677160" y="609480"/>
            <a:ext cx="8595000" cy="1319040"/>
          </a:xfrm>
          <a:prstGeom prst="rect">
            <a:avLst/>
          </a:prstGeom>
          <a:noFill/>
          <a:ln w="0">
            <a:noFill/>
          </a:ln>
        </p:spPr>
        <p:txBody>
          <a:bodyPr lIns="91440" tIns="45720" rIns="91440" bIns="45720" anchor="t">
            <a:normAutofit/>
          </a:bodyPr>
          <a:lstStyle>
            <a:lvl1pPr indent="0" algn="l" defTabSz="457200">
              <a:lnSpc>
                <a:spcPct val="100000"/>
              </a:lnSpc>
              <a:buNone/>
              <a:tabLst>
                <a:tab pos="0" algn="l"/>
              </a:tabLst>
              <a:defRPr lang="en-US" sz="3600" b="0" u="none" strike="noStrike">
                <a:solidFill>
                  <a:schemeClr val="accent1"/>
                </a:solidFill>
                <a:effectLst/>
                <a:uFillTx/>
                <a:latin typeface="Trebuchet MS"/>
              </a:defRPr>
            </a:lvl1pPr>
          </a:lstStyle>
          <a:p>
            <a:pPr indent="0" algn="l" defTabSz="457200">
              <a:lnSpc>
                <a:spcPct val="100000"/>
              </a:lnSpc>
              <a:buNone/>
              <a:tabLst>
                <a:tab pos="0" algn="l"/>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Arial"/>
            </a:endParaRPr>
          </a:p>
        </p:txBody>
      </p:sp>
      <p:sp>
        <p:nvSpPr>
          <p:cNvPr id="314" name="PlaceHolder 2"/>
          <p:cNvSpPr>
            <a:spLocks noGrp="1"/>
          </p:cNvSpPr>
          <p:nvPr>
            <p:ph type="body"/>
          </p:nvPr>
        </p:nvSpPr>
        <p:spPr>
          <a:xfrm>
            <a:off x="677160" y="2160720"/>
            <a:ext cx="8595000" cy="3879000"/>
          </a:xfrm>
          <a:prstGeom prst="rect">
            <a:avLst/>
          </a:prstGeom>
          <a:noFill/>
          <a:ln w="0">
            <a:noFill/>
          </a:ln>
        </p:spPr>
        <p:txBody>
          <a:bodyPr lIns="91440" tIns="45720" rIns="91440" bIns="45720" anchor="t">
            <a:noAutofit/>
          </a:bodyPr>
          <a:lstStyle>
            <a:lvl1pPr algn="l" defTabSz="457200">
              <a:lnSpc>
                <a:spcPct val="100000"/>
              </a:lnSpc>
              <a:spcBef>
                <a:spcPts val="1001"/>
              </a:spcBef>
              <a:buClr>
                <a:srgbClr val="90C226"/>
              </a:buClr>
              <a:buSzPct val="80000"/>
              <a:buFont typeface="Wingdings 3" charset="2"/>
              <a:buChar char=""/>
              <a:defRPr lang="en-US" sz="1800" b="0" u="none" strike="noStrike">
                <a:solidFill>
                  <a:schemeClr val="dk1">
                    <a:lumMod val="75000"/>
                    <a:lumOff val="25000"/>
                  </a:schemeClr>
                </a:solidFill>
                <a:effectLst/>
                <a:uFillTx/>
                <a:latin typeface="Trebuchet MS"/>
              </a:defRPr>
            </a:lvl1pPr>
            <a:lvl2pPr lvl="1" algn="l" defTabSz="457200">
              <a:lnSpc>
                <a:spcPct val="100000"/>
              </a:lnSpc>
              <a:spcBef>
                <a:spcPts val="1001"/>
              </a:spcBef>
              <a:buClr>
                <a:srgbClr val="90C226"/>
              </a:buClr>
              <a:buSzPct val="80000"/>
              <a:buFont typeface="Wingdings 3" charset="2"/>
              <a:buChar char=""/>
              <a:defRPr lang="en-US" sz="1600" b="0" u="none" strike="noStrike">
                <a:solidFill>
                  <a:schemeClr val="dk1">
                    <a:lumMod val="75000"/>
                    <a:lumOff val="25000"/>
                  </a:schemeClr>
                </a:solidFill>
                <a:effectLst/>
                <a:uFillTx/>
                <a:latin typeface="Trebuchet MS"/>
              </a:defRPr>
            </a:lvl2pPr>
            <a:lvl3pPr lvl="2" algn="l" defTabSz="457200">
              <a:lnSpc>
                <a:spcPct val="100000"/>
              </a:lnSpc>
              <a:spcBef>
                <a:spcPts val="1001"/>
              </a:spcBef>
              <a:buClr>
                <a:srgbClr val="90C226"/>
              </a:buClr>
              <a:buSzPct val="80000"/>
              <a:buFont typeface="Wingdings 3" charset="2"/>
              <a:buChar char=""/>
              <a:defRPr lang="en-US" sz="1400" b="0" u="none" strike="noStrike">
                <a:solidFill>
                  <a:schemeClr val="dk1">
                    <a:lumMod val="75000"/>
                    <a:lumOff val="25000"/>
                  </a:schemeClr>
                </a:solidFill>
                <a:effectLst/>
                <a:uFillTx/>
                <a:latin typeface="Trebuchet MS"/>
              </a:defRPr>
            </a:lvl3pPr>
            <a:lvl4pPr lvl="3"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4pPr>
            <a:lvl5pPr lvl="4"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5pPr>
          </a:lstStyle>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Arial"/>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Arial"/>
            </a:endParaRPr>
          </a:p>
          <a:p>
            <a:pPr marL="1143000" lvl="2" indent="-228600" algn="l"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Arial"/>
            </a:endParaRPr>
          </a:p>
          <a:p>
            <a:pPr marL="1600200" lvl="3"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Arial"/>
            </a:endParaRPr>
          </a:p>
          <a:p>
            <a:pPr marL="2057400" lvl="4"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Arial"/>
            </a:endParaRPr>
          </a:p>
        </p:txBody>
      </p:sp>
      <p:sp>
        <p:nvSpPr>
          <p:cNvPr id="315" name="PlaceHolder 3"/>
          <p:cNvSpPr>
            <a:spLocks noGrp="1"/>
          </p:cNvSpPr>
          <p:nvPr>
            <p:ph type="dt" idx="52"/>
          </p:nvPr>
        </p:nvSpPr>
        <p:spPr>
          <a:xfrm>
            <a:off x="7205040" y="6041520"/>
            <a:ext cx="9100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316" name="PlaceHolder 4"/>
          <p:cNvSpPr>
            <a:spLocks noGrp="1"/>
          </p:cNvSpPr>
          <p:nvPr>
            <p:ph type="ftr" idx="53"/>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Times New Roman"/>
            </a:endParaRPr>
          </a:p>
        </p:txBody>
      </p:sp>
      <p:sp>
        <p:nvSpPr>
          <p:cNvPr id="317" name="PlaceHolder 5"/>
          <p:cNvSpPr>
            <a:spLocks noGrp="1"/>
          </p:cNvSpPr>
          <p:nvPr>
            <p:ph type="sldNum" idx="54"/>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6C652A07-2986-4777-A5E4-93DAB118B3F5}"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338" name="Group 6"/>
          <p:cNvGrpSpPr/>
          <p:nvPr/>
        </p:nvGrpSpPr>
        <p:grpSpPr>
          <a:xfrm>
            <a:off x="0" y="-8640"/>
            <a:ext cx="12190320" cy="6868080"/>
            <a:chOff x="0" y="-8640"/>
            <a:chExt cx="12190320" cy="6868080"/>
          </a:xfrm>
        </p:grpSpPr>
        <p:cxnSp>
          <p:nvCxnSpPr>
            <p:cNvPr id="339" name="Straight Connector 19"/>
            <p:cNvCxnSpPr/>
            <p:nvPr/>
          </p:nvCxnSpPr>
          <p:spPr>
            <a:xfrm>
              <a:off x="9370800" y="0"/>
              <a:ext cx="1221120" cy="6859800"/>
            </a:xfrm>
            <a:prstGeom prst="straightConnector1">
              <a:avLst/>
            </a:prstGeom>
            <a:ln cap="rnd" w="9525">
              <a:solidFill>
                <a:srgbClr val="BFBFBF"/>
              </a:solidFill>
              <a:round/>
            </a:ln>
          </p:spPr>
        </p:cxnSp>
        <p:cxnSp>
          <p:nvCxnSpPr>
            <p:cNvPr id="340"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341"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42"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43"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344"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345"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46"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47"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48"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349" name="PlaceHolder 1"/>
          <p:cNvSpPr>
            <a:spLocks noGrp="1"/>
          </p:cNvSpPr>
          <p:nvPr>
            <p:ph type="dt" idx="58"/>
          </p:nvPr>
        </p:nvSpPr>
        <p:spPr>
          <a:xfrm>
            <a:off x="7205040" y="6041520"/>
            <a:ext cx="9100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en-IN" sz="900" b="0" u="none" strike="noStrike">
                <a:solidFill>
                  <a:schemeClr val="dk1">
                    <a:tint val="75000"/>
                  </a:schemeClr>
                </a:solidFill>
                <a:effectLst/>
                <a:uFillTx/>
                <a:latin typeface="Trebuchet MS"/>
              </a:rPr>
              <a:t> </a:t>
            </a:r>
            <a:endParaRPr lang="en-US" sz="900" b="0" u="none" strike="noStrike">
              <a:solidFill>
                <a:srgbClr val="000000"/>
              </a:solidFill>
              <a:effectLst/>
              <a:uFillTx/>
              <a:latin typeface="Times New Roman"/>
            </a:endParaRPr>
          </a:p>
        </p:txBody>
      </p:sp>
      <p:sp>
        <p:nvSpPr>
          <p:cNvPr id="350" name="PlaceHolder 2"/>
          <p:cNvSpPr>
            <a:spLocks noGrp="1"/>
          </p:cNvSpPr>
          <p:nvPr>
            <p:ph type="ftr" idx="59"/>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 </a:t>
            </a:r>
            <a:endParaRPr lang="en-US" sz="1400" b="0" u="none" strike="noStrike">
              <a:solidFill>
                <a:srgbClr val="000000"/>
              </a:solidFill>
              <a:effectLst/>
              <a:uFillTx/>
              <a:latin typeface="Times New Roman"/>
            </a:endParaRPr>
          </a:p>
        </p:txBody>
      </p:sp>
      <p:sp>
        <p:nvSpPr>
          <p:cNvPr id="351" name="PlaceHolder 3"/>
          <p:cNvSpPr>
            <a:spLocks noGrp="1"/>
          </p:cNvSpPr>
          <p:nvPr>
            <p:ph type="sldNum" idx="60"/>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CCE1B464-F852-4742-BEA2-790A1E0583C5}" type="slidenum">
              <a:rPr lang="en-IN" sz="900" b="0" u="none" strike="noStrike">
                <a:solidFill>
                  <a:schemeClr val="accent1"/>
                </a:solidFill>
                <a:effectLst/>
                <a:uFillTx/>
                <a:latin typeface="Trebuchet MS"/>
              </a:rPr>
              <a:t>1</a:t>
            </a:fld>
            <a:endParaRPr lang="en-US" sz="900" b="0" u="none" strike="noStrike">
              <a:solidFill>
                <a:srgbClr val="000000"/>
              </a:solidFill>
              <a:effectLst/>
              <a:uFillTx/>
              <a:latin typeface="Times New Roman"/>
            </a:endParaRPr>
          </a:p>
        </p:txBody>
      </p:sp>
      <p:sp>
        <p:nvSpPr>
          <p:cNvPr id="352" name="PlaceHolder 4"/>
          <p:cNvSpPr>
            <a:spLocks noGrp="1"/>
          </p:cNvSpPr>
          <p:nvPr>
            <p:ph type="title"/>
          </p:nvPr>
        </p:nvSpPr>
        <p:spPr>
          <a:xfrm>
            <a:off x="609480" y="273600"/>
            <a:ext cx="10971000" cy="1143360"/>
          </a:xfrm>
          <a:prstGeom prst="rect">
            <a:avLst/>
          </a:prstGeom>
          <a:noFill/>
          <a:ln w="0">
            <a:noFill/>
          </a:ln>
        </p:spPr>
        <p:txBody>
          <a:bodyPr lIns="0" tIns="0" rIns="0" bIns="0" anchor="ctr">
            <a:noAutofit/>
          </a:bodyPr>
          <a:lstStyle>
            <a:lvl1pPr indent="0" algn="l">
              <a:lnSpc>
                <a:spcPct val="100000"/>
              </a:lnSpc>
              <a:buNone/>
              <a:tabLst>
                <a:tab pos="0" algn="l"/>
              </a:tabLst>
              <a:defRPr lang="en-US" sz="1800" b="0" u="none" strike="noStrike">
                <a:solidFill>
                  <a:schemeClr val="dk1"/>
                </a:solidFill>
                <a:effectLst/>
                <a:uFillTx/>
                <a:latin typeface="Trebuchet MS"/>
              </a:defRPr>
            </a:lvl1pPr>
          </a:lstStyle>
          <a:p>
            <a:pPr indent="0" algn="l">
              <a:lnSpc>
                <a:spcPct val="100000"/>
              </a:lnSpc>
              <a:buNone/>
              <a:tabLst>
                <a:tab pos="0" algn="l"/>
              </a:tabLst>
            </a:pPr>
            <a:r>
              <a:rPr lang="en-US" sz="1800" b="0" u="none" strike="noStrike">
                <a:solidFill>
                  <a:schemeClr val="dk1"/>
                </a:solidFill>
                <a:effectLst/>
                <a:uFillTx/>
                <a:latin typeface="Trebuchet MS"/>
              </a:rPr>
              <a:t>Click to edit the title text format</a:t>
            </a:r>
            <a:endParaRPr lang="en-US" sz="1800" b="0" u="none" strike="noStrike">
              <a:solidFill>
                <a:srgbClr val="000000"/>
              </a:solidFill>
              <a:effectLst/>
              <a:uFillTx/>
              <a:latin typeface="Arial"/>
            </a:endParaRPr>
          </a:p>
        </p:txBody>
      </p:sp>
      <p:sp>
        <p:nvSpPr>
          <p:cNvPr id="353" name="PlaceHolder 5"/>
          <p:cNvSpPr>
            <a:spLocks noGrp="1"/>
          </p:cNvSpPr>
          <p:nvPr>
            <p:ph type="body"/>
          </p:nvPr>
        </p:nvSpPr>
        <p:spPr>
          <a:xfrm>
            <a:off x="609480" y="1604520"/>
            <a:ext cx="10971000" cy="397584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1800" b="0" u="none" strike="noStrike">
                <a:solidFill>
                  <a:schemeClr val="dk1">
                    <a:lumMod val="75000"/>
                    <a:lumOff val="25000"/>
                  </a:schemeClr>
                </a:solidFill>
                <a:effectLst/>
                <a:uFillTx/>
                <a:latin typeface="Trebuchet MS"/>
              </a:defRPr>
            </a:lvl1pPr>
            <a:lvl2pPr lvl="1" algn="l">
              <a:lnSpc>
                <a:spcPct val="100000"/>
              </a:lnSpc>
              <a:spcBef>
                <a:spcPts val="1134"/>
              </a:spcBef>
              <a:buClr>
                <a:srgbClr val="000000"/>
              </a:buClr>
              <a:buSzPct val="75000"/>
              <a:buFont typeface="Symbol" charset="2"/>
              <a:buChar char=""/>
              <a:defRPr lang="en-US" sz="1400" b="0" u="none" strike="noStrike">
                <a:solidFill>
                  <a:schemeClr val="dk1">
                    <a:lumMod val="75000"/>
                    <a:lumOff val="25000"/>
                  </a:schemeClr>
                </a:solidFill>
                <a:effectLst/>
                <a:uFillTx/>
                <a:latin typeface="Trebuchet MS"/>
              </a:defRPr>
            </a:lvl2pPr>
            <a:lvl3pPr lvl="2" algn="l">
              <a:lnSpc>
                <a:spcPct val="100000"/>
              </a:lnSpc>
              <a:spcBef>
                <a:spcPts val="850"/>
              </a:spcBef>
              <a:buClr>
                <a:srgbClr val="000000"/>
              </a:buClr>
              <a:buSzPct val="45000"/>
              <a:buFont typeface="Wingdings" charset="2"/>
              <a:buChar char=""/>
              <a:defRPr lang="en-US" sz="1200" b="0" u="none" strike="noStrike">
                <a:solidFill>
                  <a:schemeClr val="dk1">
                    <a:lumMod val="75000"/>
                    <a:lumOff val="25000"/>
                  </a:schemeClr>
                </a:solidFill>
                <a:effectLst/>
                <a:uFillTx/>
                <a:latin typeface="Trebuchet MS"/>
              </a:defRPr>
            </a:lvl3pPr>
            <a:lvl4pPr lvl="3" algn="l">
              <a:lnSpc>
                <a:spcPct val="100000"/>
              </a:lnSpc>
              <a:spcBef>
                <a:spcPts val="567"/>
              </a:spcBef>
              <a:buClr>
                <a:srgbClr val="000000"/>
              </a:buClr>
              <a:buSzPct val="75000"/>
              <a:buFont typeface="Symbol" charset="2"/>
              <a:buChar char=""/>
              <a:defRPr lang="en-US" sz="1200" b="0" u="none" strike="noStrike">
                <a:solidFill>
                  <a:schemeClr val="dk1">
                    <a:lumMod val="75000"/>
                    <a:lumOff val="25000"/>
                  </a:schemeClr>
                </a:solidFill>
                <a:effectLst/>
                <a:uFillTx/>
                <a:latin typeface="Trebuchet MS"/>
              </a:defRPr>
            </a:lvl4pPr>
            <a:lvl5pPr lvl="4" algn="l">
              <a:lnSpc>
                <a:spcPct val="100000"/>
              </a:lnSpc>
              <a:spcBef>
                <a:spcPts val="283"/>
              </a:spcBef>
              <a:buClr>
                <a:srgbClr val="000000"/>
              </a:buClr>
              <a:buSzPct val="45000"/>
              <a:buFont typeface="Wingdings" charset="2"/>
              <a:buChar char=""/>
              <a:defRPr lang="en-US" sz="2000" b="0" u="none" strike="noStrike">
                <a:solidFill>
                  <a:schemeClr val="dk1">
                    <a:lumMod val="75000"/>
                    <a:lumOff val="25000"/>
                  </a:schemeClr>
                </a:solidFill>
                <a:effectLst/>
                <a:uFillTx/>
                <a:latin typeface="Trebuchet MS"/>
              </a:defRPr>
            </a:lvl5pPr>
            <a:lvl6pPr lvl="5" algn="l">
              <a:lnSpc>
                <a:spcPct val="100000"/>
              </a:lnSpc>
              <a:spcBef>
                <a:spcPts val="283"/>
              </a:spcBef>
              <a:buClr>
                <a:srgbClr val="000000"/>
              </a:buClr>
              <a:buSzPct val="45000"/>
              <a:buFont typeface="Wingdings" charset="2"/>
              <a:buChar char=""/>
              <a:defRPr lang="en-US" sz="2000" b="0" u="none" strike="noStrike">
                <a:solidFill>
                  <a:schemeClr val="dk1">
                    <a:lumMod val="75000"/>
                    <a:lumOff val="25000"/>
                  </a:schemeClr>
                </a:solidFill>
                <a:effectLst/>
                <a:uFillTx/>
                <a:latin typeface="Trebuchet MS"/>
              </a:defRPr>
            </a:lvl6pPr>
            <a:lvl7pPr lvl="6" algn="l">
              <a:lnSpc>
                <a:spcPct val="100000"/>
              </a:lnSpc>
              <a:spcBef>
                <a:spcPts val="283"/>
              </a:spcBef>
              <a:buClr>
                <a:srgbClr val="000000"/>
              </a:buClr>
              <a:buSzPct val="45000"/>
              <a:buFont typeface="Wingdings" charset="2"/>
              <a:buChar char=""/>
              <a:defRPr lang="en-US" sz="2000" b="0" u="none" strike="noStrike">
                <a:solidFill>
                  <a:schemeClr val="dk1">
                    <a:lumMod val="75000"/>
                    <a:lumOff val="25000"/>
                  </a:schemeClr>
                </a:solidFill>
                <a:effectLst/>
                <a:uFillTx/>
                <a:latin typeface="Trebuchet MS"/>
              </a:defRPr>
            </a:lvl7pPr>
          </a:lstStyle>
          <a:p>
            <a:pPr marL="432000" indent="-324000" algn="l">
              <a:lnSpc>
                <a:spcPct val="100000"/>
              </a:lnSpc>
              <a:spcBef>
                <a:spcPts val="1417"/>
              </a:spcBef>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Click to edit the outline text format</a:t>
            </a:r>
            <a:endParaRPr lang="en-US" sz="18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n-US" sz="1400" b="0" u="none" strike="noStrike">
                <a:solidFill>
                  <a:schemeClr val="dk1">
                    <a:lumMod val="75000"/>
                    <a:lumOff val="25000"/>
                  </a:schemeClr>
                </a:solidFill>
                <a:effectLst/>
                <a:uFillTx/>
                <a:latin typeface="Trebuchet MS"/>
              </a:rPr>
              <a:t>Second Outline Level</a:t>
            </a:r>
            <a:endParaRPr lang="en-US" sz="14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n-US" sz="1200" b="0" u="none" strike="noStrike">
                <a:solidFill>
                  <a:schemeClr val="dk1">
                    <a:lumMod val="75000"/>
                    <a:lumOff val="25000"/>
                  </a:schemeClr>
                </a:solidFill>
                <a:effectLst/>
                <a:uFillTx/>
                <a:latin typeface="Trebuchet MS"/>
              </a:rPr>
              <a:t>Third Outline Level</a:t>
            </a:r>
            <a:endParaRPr lang="en-US" sz="12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n-US" sz="1200" b="0" u="none" strike="noStrike">
                <a:solidFill>
                  <a:schemeClr val="dk1">
                    <a:lumMod val="75000"/>
                    <a:lumOff val="25000"/>
                  </a:schemeClr>
                </a:solidFill>
                <a:effectLst/>
                <a:uFillTx/>
                <a:latin typeface="Trebuchet MS"/>
              </a:rPr>
              <a:t>Fourth Outline Level</a:t>
            </a:r>
            <a:endParaRPr lang="en-US" sz="12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lumMod val="75000"/>
                    <a:lumOff val="25000"/>
                  </a:schemeClr>
                </a:solidFill>
                <a:effectLst/>
                <a:uFillTx/>
                <a:latin typeface="Trebuchet MS"/>
              </a:rPr>
              <a:t>Fifth Outline Level</a:t>
            </a:r>
            <a:endParaRPr lang="en-US" sz="20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lumMod val="75000"/>
                    <a:lumOff val="25000"/>
                  </a:schemeClr>
                </a:solidFill>
                <a:effectLst/>
                <a:uFillTx/>
                <a:latin typeface="Trebuchet MS"/>
              </a:rPr>
              <a:t>Sixth Outline Level</a:t>
            </a:r>
            <a:endParaRPr lang="en-US" sz="20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lumMod val="75000"/>
                    <a:lumOff val="25000"/>
                  </a:schemeClr>
                </a:solidFill>
                <a:effectLst/>
                <a:uFillTx/>
                <a:latin typeface="Trebuchet MS"/>
              </a:rPr>
              <a:t>Seventh Outline Level</a:t>
            </a:r>
            <a:endParaRPr lang="en-US" sz="2000" b="0" u="none" strike="noStrike">
              <a:solidFill>
                <a:srgbClr val="000000"/>
              </a:solidFill>
              <a:effectLst/>
              <a:uFillTx/>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3">
    <p:spTree>
      <p:nvGrpSpPr>
        <p:cNvPr id="1" name=""/>
        <p:cNvGrpSpPr/>
        <p:nvPr/>
      </p:nvGrpSpPr>
      <p:grpSpPr>
        <a:xfrm>
          <a:off x="0" y="0"/>
          <a:ext cx="0" cy="0"/>
          <a:chOff x="0" y="0"/>
          <a:chExt cx="0" cy="0"/>
        </a:xfrm>
      </p:grpSpPr>
      <p:sp>
        <p:nvSpPr>
          <p:cNvPr id="334" name="PlaceHolder 1"/>
          <p:cNvSpPr>
            <a:spLocks noGrp="1"/>
          </p:cNvSpPr>
          <p:nvPr>
            <p:ph type="title"/>
          </p:nvPr>
        </p:nvSpPr>
        <p:spPr>
          <a:xfrm>
            <a:off x="677160" y="609480"/>
            <a:ext cx="8595000" cy="1319040"/>
          </a:xfrm>
          <a:prstGeom prst="rect">
            <a:avLst/>
          </a:prstGeom>
          <a:noFill/>
          <a:ln w="0">
            <a:noFill/>
          </a:ln>
        </p:spPr>
        <p:txBody>
          <a:bodyPr lIns="0" tIns="0" rIns="0" bIns="0" anchor="ctr">
            <a:spAutoFit/>
          </a:bodyPr>
          <a:p>
            <a:pPr indent="0" algn="l">
              <a:buNone/>
            </a:pPr>
            <a:endParaRPr lang="en-US" sz="4400" b="0" u="none" strike="noStrike">
              <a:solidFill>
                <a:srgbClr val="000000"/>
              </a:solidFill>
              <a:effectLst/>
              <a:uFillTx/>
              <a:latin typeface="Arial"/>
            </a:endParaRPr>
          </a:p>
        </p:txBody>
      </p:sp>
      <p:sp>
        <p:nvSpPr>
          <p:cNvPr id="335" name="PlaceHolder 2"/>
          <p:cNvSpPr>
            <a:spLocks noGrp="1"/>
          </p:cNvSpPr>
          <p:nvPr>
            <p:ph type="subTitle"/>
          </p:nvPr>
        </p:nvSpPr>
        <p:spPr>
          <a:xfrm>
            <a:off x="677160" y="2160720"/>
            <a:ext cx="8595000" cy="387900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
        <p:nvSpPr>
          <p:cNvPr id="4" name="PlaceHolder 3"/>
          <p:cNvSpPr>
            <a:spLocks noGrp="1"/>
          </p:cNvSpPr>
          <p:nvPr>
            <p:ph type="ftr" idx="56"/>
          </p:nvPr>
        </p:nvSpPr>
        <p:spPr/>
        <p:txBody>
          <a:bodyPr/>
          <a:p>
            <a:r>
              <a:t>Footer</a:t>
            </a:r>
          </a:p>
        </p:txBody>
      </p:sp>
      <p:sp>
        <p:nvSpPr>
          <p:cNvPr id="5" name="PlaceHolder 4"/>
          <p:cNvSpPr>
            <a:spLocks noGrp="1"/>
          </p:cNvSpPr>
          <p:nvPr>
            <p:ph type="sldNum" idx="57"/>
          </p:nvPr>
        </p:nvSpPr>
        <p:spPr/>
        <p:txBody>
          <a:bodyPr/>
          <a:p>
            <a:fld id="{08E2815F-C848-4744-B283-19E0AC0850B3}" type="slidenum">
              <a:t>&lt;#&gt;</a:t>
            </a:fld>
          </a:p>
        </p:txBody>
      </p:sp>
      <p:sp>
        <p:nvSpPr>
          <p:cNvPr id="6" name="PlaceHolder 5"/>
          <p:cNvSpPr>
            <a:spLocks noGrp="1"/>
          </p:cNvSpPr>
          <p:nvPr>
            <p:ph type="dt" idx="55"/>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3">
    <p:spTree>
      <p:nvGrpSpPr>
        <p:cNvPr id="1" name=""/>
        <p:cNvGrpSpPr/>
        <p:nvPr/>
      </p:nvGrpSpPr>
      <p:grpSpPr>
        <a:xfrm>
          <a:off x="0" y="0"/>
          <a:ext cx="0" cy="0"/>
          <a:chOff x="0" y="0"/>
          <a:chExt cx="0" cy="0"/>
        </a:xfrm>
      </p:grpSpPr>
      <p:sp>
        <p:nvSpPr>
          <p:cNvPr id="336" name="PlaceHolder 1"/>
          <p:cNvSpPr>
            <a:spLocks noGrp="1"/>
          </p:cNvSpPr>
          <p:nvPr>
            <p:ph type="title"/>
          </p:nvPr>
        </p:nvSpPr>
        <p:spPr>
          <a:xfrm>
            <a:off x="677160" y="609480"/>
            <a:ext cx="8595000" cy="1319040"/>
          </a:xfrm>
          <a:prstGeom prst="rect">
            <a:avLst/>
          </a:prstGeom>
          <a:noFill/>
          <a:ln w="0">
            <a:noFill/>
          </a:ln>
        </p:spPr>
        <p:txBody>
          <a:bodyPr lIns="0" tIns="0" rIns="0" bIns="0" anchor="ctr">
            <a:spAutoFit/>
          </a:bodyPr>
          <a:p>
            <a:pPr indent="0" algn="l">
              <a:buNone/>
            </a:pPr>
            <a:endParaRPr lang="en-US" sz="4400" b="0" u="none" strike="noStrike">
              <a:solidFill>
                <a:srgbClr val="000000"/>
              </a:solidFill>
              <a:effectLst/>
              <a:uFillTx/>
              <a:latin typeface="Arial"/>
            </a:endParaRPr>
          </a:p>
        </p:txBody>
      </p:sp>
      <p:sp>
        <p:nvSpPr>
          <p:cNvPr id="337" name="PlaceHolder 2"/>
          <p:cNvSpPr>
            <a:spLocks noGrp="1"/>
          </p:cNvSpPr>
          <p:nvPr>
            <p:ph/>
          </p:nvPr>
        </p:nvSpPr>
        <p:spPr>
          <a:xfrm>
            <a:off x="677160" y="2160720"/>
            <a:ext cx="8595000" cy="3879000"/>
          </a:xfrm>
          <a:prstGeom prst="rect">
            <a:avLst/>
          </a:prstGeom>
          <a:noFill/>
          <a:ln w="0">
            <a:noFill/>
          </a:ln>
        </p:spPr>
        <p:txBody>
          <a:bodyPr lIns="0" tIns="0" rIns="0" bIns="0" anchor="t">
            <a:normAutofit/>
          </a:bodyPr>
          <a:p>
            <a:pPr indent="0" algn="l">
              <a:buNone/>
            </a:pPr>
            <a:endParaRPr lang="en-US" sz="3200" b="0" u="none" strike="noStrike">
              <a:solidFill>
                <a:srgbClr val="000000"/>
              </a:solidFill>
              <a:effectLst/>
              <a:uFillTx/>
              <a:latin typeface="Arial"/>
            </a:endParaRPr>
          </a:p>
        </p:txBody>
      </p:sp>
      <p:sp>
        <p:nvSpPr>
          <p:cNvPr id="4" name="PlaceHolder 3"/>
          <p:cNvSpPr>
            <a:spLocks noGrp="1"/>
          </p:cNvSpPr>
          <p:nvPr>
            <p:ph type="ftr" idx="56"/>
          </p:nvPr>
        </p:nvSpPr>
        <p:spPr/>
        <p:txBody>
          <a:bodyPr/>
          <a:p>
            <a:r>
              <a:t>Footer</a:t>
            </a:r>
          </a:p>
        </p:txBody>
      </p:sp>
      <p:sp>
        <p:nvSpPr>
          <p:cNvPr id="5" name="PlaceHolder 4"/>
          <p:cNvSpPr>
            <a:spLocks noGrp="1"/>
          </p:cNvSpPr>
          <p:nvPr>
            <p:ph type="sldNum" idx="57"/>
          </p:nvPr>
        </p:nvSpPr>
        <p:spPr/>
        <p:txBody>
          <a:bodyPr/>
          <a:p>
            <a:fld id="{29A85E29-E042-4545-9F29-447D6667EAFB}" type="slidenum">
              <a:t>&lt;#&gt;</a:t>
            </a:fld>
          </a:p>
        </p:txBody>
      </p:sp>
      <p:sp>
        <p:nvSpPr>
          <p:cNvPr id="6" name="PlaceHolder 5"/>
          <p:cNvSpPr>
            <a:spLocks noGrp="1"/>
          </p:cNvSpPr>
          <p:nvPr>
            <p:ph type="dt" idx="55"/>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1.jpeg"/><Relationship Id="rId3" Type="http://schemas.openxmlformats.org/officeDocument/2006/relationships/slideLayout" Target="../slideLayouts/slideLayout15.xml"/>
</Relationships>
</file>

<file path=ppt/slideMasters/_rels/slideMaster16.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1.jpeg"/><Relationship Id="rId3" Type="http://schemas.openxmlformats.org/officeDocument/2006/relationships/slideLayout" Target="../slideLayouts/slideLayout16.xml"/>
</Relationships>
</file>

<file path=ppt/slideMasters/_rels/slideMaster17.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1.jpeg"/><Relationship Id="rId3" Type="http://schemas.openxmlformats.org/officeDocument/2006/relationships/slideLayout" Target="../slideLayouts/slideLayout17.xml"/>
</Relationships>
</file>

<file path=ppt/slideMasters/_rels/slideMaster18.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18.xml"/><Relationship Id="rId3" Type="http://schemas.openxmlformats.org/officeDocument/2006/relationships/slideLayout" Target="../slideLayouts/slideLayout19.xml"/>
</Relationships>
</file>

<file path=ppt/slideMasters/_rels/slideMaster19.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image" Target="../media/image1.jpeg"/><Relationship Id="rId3" Type="http://schemas.openxmlformats.org/officeDocument/2006/relationships/slideLayout" Target="../slideLayouts/slideLayout20.xml"/><Relationship Id="rId4" Type="http://schemas.openxmlformats.org/officeDocument/2006/relationships/slideLayout" Target="../slideLayouts/slideLayout2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 name="Group 6"/>
          <p:cNvGrpSpPr/>
          <p:nvPr/>
        </p:nvGrpSpPr>
        <p:grpSpPr>
          <a:xfrm>
            <a:off x="0" y="-8640"/>
            <a:ext cx="12190320" cy="6868080"/>
            <a:chOff x="0" y="-8640"/>
            <a:chExt cx="12190320" cy="6868080"/>
          </a:xfrm>
        </p:grpSpPr>
        <p:cxnSp>
          <p:nvCxnSpPr>
            <p:cNvPr id="3" name="Straight Connector 19"/>
            <p:cNvCxnSpPr/>
            <p:nvPr/>
          </p:nvCxnSpPr>
          <p:spPr>
            <a:xfrm>
              <a:off x="9370800" y="0"/>
              <a:ext cx="1221120" cy="6859800"/>
            </a:xfrm>
            <a:prstGeom prst="straightConnector1">
              <a:avLst/>
            </a:prstGeom>
            <a:ln cap="rnd" w="9525">
              <a:solidFill>
                <a:srgbClr val="BFBFBF"/>
              </a:solidFill>
              <a:round/>
            </a:ln>
          </p:spPr>
        </p:cxnSp>
        <p:cxnSp>
          <p:nvCxnSpPr>
            <p:cNvPr id="4"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5"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6"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7"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8"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9"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0"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1"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2"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grpSp>
        <p:nvGrpSpPr>
          <p:cNvPr id="13" name="Group 6"/>
          <p:cNvGrpSpPr/>
          <p:nvPr/>
        </p:nvGrpSpPr>
        <p:grpSpPr>
          <a:xfrm>
            <a:off x="1800" y="-8640"/>
            <a:ext cx="12188520" cy="6868080"/>
            <a:chOff x="1800" y="-8640"/>
            <a:chExt cx="12188520" cy="6868080"/>
          </a:xfrm>
        </p:grpSpPr>
        <p:cxnSp>
          <p:nvCxnSpPr>
            <p:cNvPr id="14" name="Straight Connector 31"/>
            <p:cNvCxnSpPr/>
            <p:nvPr/>
          </p:nvCxnSpPr>
          <p:spPr>
            <a:xfrm>
              <a:off x="9370800" y="0"/>
              <a:ext cx="1221120" cy="6859800"/>
            </a:xfrm>
            <a:prstGeom prst="straightConnector1">
              <a:avLst/>
            </a:prstGeom>
            <a:ln cap="rnd" w="9525">
              <a:solidFill>
                <a:srgbClr val="BFBFBF"/>
              </a:solidFill>
              <a:round/>
            </a:ln>
          </p:spPr>
        </p:cxnSp>
        <p:cxnSp>
          <p:nvCxnSpPr>
            <p:cNvPr id="15"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16"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7"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18" name="Isosceles Triangle 26"/>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19"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20"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1"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2" name="Isosceles Triangle 30"/>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3" name="Isosceles Triangle 18"/>
            <p:cNvSpPr/>
            <p:nvPr/>
          </p:nvSpPr>
          <p:spPr>
            <a:xfrm rot="10800000">
              <a:off x="1800" y="1800"/>
              <a:ext cx="840960" cy="5664240"/>
            </a:xfrm>
            <a:prstGeom prst="triangle">
              <a:avLst>
                <a:gd name="adj" fmla="val 10000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24" name="PlaceHolder 1"/>
          <p:cNvSpPr>
            <a:spLocks noGrp="1"/>
          </p:cNvSpPr>
          <p:nvPr>
            <p:ph type="title"/>
          </p:nvPr>
        </p:nvSpPr>
        <p:spPr>
          <a:xfrm>
            <a:off x="677160" y="1131480"/>
            <a:ext cx="8595000" cy="274680"/>
          </a:xfrm>
          <a:prstGeom prst="rect">
            <a:avLst/>
          </a:prstGeom>
          <a:noFill/>
          <a:ln w="0">
            <a:noFill/>
          </a:ln>
        </p:spPr>
        <p:txBody>
          <a:bodyPr lIns="0" tIns="0" rIns="0" bIns="0" anchor="ctr">
            <a:spAutoFit/>
          </a:bodyPr>
          <a:lstStyle>
            <a:lvl1pPr indent="0" algn="l">
              <a:buNone/>
              <a:defRPr lang="en-US" sz="1800" b="0" u="none" strike="noStrike">
                <a:solidFill>
                  <a:srgbClr val="000000"/>
                </a:solidFill>
                <a:effectLst/>
                <a:uFillTx/>
                <a:latin typeface="Arial"/>
              </a:defRPr>
            </a:lvl1pPr>
          </a:lstStyle>
          <a:p>
            <a:pPr indent="0" algn="l">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25" name="PlaceHolder 2"/>
          <p:cNvSpPr>
            <a:spLocks noGrp="1"/>
          </p:cNvSpPr>
          <p:nvPr>
            <p:ph type="ftr" idx="1"/>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 </a:t>
            </a:r>
            <a:endParaRPr lang="en-US" sz="1400" b="0" u="none" strike="noStrike">
              <a:solidFill>
                <a:srgbClr val="000000"/>
              </a:solidFill>
              <a:effectLst/>
              <a:uFillTx/>
              <a:latin typeface="Times New Roman"/>
            </a:endParaRPr>
          </a:p>
        </p:txBody>
      </p:sp>
      <p:sp>
        <p:nvSpPr>
          <p:cNvPr id="26" name="PlaceHolder 3"/>
          <p:cNvSpPr>
            <a:spLocks noGrp="1"/>
          </p:cNvSpPr>
          <p:nvPr>
            <p:ph type="sldNum" idx="2"/>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B504DFE5-0BB0-4EF1-B439-AE409EA51216}" type="slidenum">
              <a:rPr lang="en-IN" sz="900" b="0" u="none" strike="noStrike">
                <a:solidFill>
                  <a:schemeClr val="accent1"/>
                </a:solidFill>
                <a:effectLst/>
                <a:uFillTx/>
                <a:latin typeface="Trebuchet MS"/>
              </a:rPr>
              <a:t>10</a:t>
            </a:fld>
            <a:endParaRPr lang="en-US" sz="900" b="0" u="none" strike="noStrike">
              <a:solidFill>
                <a:srgbClr val="000000"/>
              </a:solidFill>
              <a:effectLst/>
              <a:uFillTx/>
              <a:latin typeface="Times New Roman"/>
            </a:endParaRPr>
          </a:p>
        </p:txBody>
      </p:sp>
      <p:sp>
        <p:nvSpPr>
          <p:cNvPr id="27" name="PlaceHolder 4"/>
          <p:cNvSpPr>
            <a:spLocks noGrp="1"/>
          </p:cNvSpPr>
          <p:nvPr>
            <p:ph type="dt" idx="3"/>
          </p:nvPr>
        </p:nvSpPr>
        <p:spPr>
          <a:xfrm>
            <a:off x="7205040" y="6041520"/>
            <a:ext cx="910080" cy="36324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28"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51" name="Group 6"/>
          <p:cNvGrpSpPr/>
          <p:nvPr/>
        </p:nvGrpSpPr>
        <p:grpSpPr>
          <a:xfrm>
            <a:off x="0" y="-8640"/>
            <a:ext cx="12190320" cy="6868080"/>
            <a:chOff x="0" y="-8640"/>
            <a:chExt cx="12190320" cy="6868080"/>
          </a:xfrm>
        </p:grpSpPr>
        <p:cxnSp>
          <p:nvCxnSpPr>
            <p:cNvPr id="252" name="Straight Connector 19"/>
            <p:cNvCxnSpPr/>
            <p:nvPr/>
          </p:nvCxnSpPr>
          <p:spPr>
            <a:xfrm>
              <a:off x="9370800" y="0"/>
              <a:ext cx="1221120" cy="6859800"/>
            </a:xfrm>
            <a:prstGeom prst="straightConnector1">
              <a:avLst/>
            </a:prstGeom>
            <a:ln cap="rnd" w="9525">
              <a:solidFill>
                <a:srgbClr val="BFBFBF"/>
              </a:solidFill>
              <a:round/>
            </a:ln>
          </p:spPr>
        </p:cxnSp>
        <p:cxnSp>
          <p:nvCxnSpPr>
            <p:cNvPr id="253"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254"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55"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56"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257"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258"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59"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60"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61"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262" name="PlaceHolder 1"/>
          <p:cNvSpPr>
            <a:spLocks noGrp="1"/>
          </p:cNvSpPr>
          <p:nvPr>
            <p:ph type="title"/>
          </p:nvPr>
        </p:nvSpPr>
        <p:spPr>
          <a:xfrm>
            <a:off x="677160" y="1131480"/>
            <a:ext cx="8595000" cy="274680"/>
          </a:xfrm>
          <a:prstGeom prst="rect">
            <a:avLst/>
          </a:prstGeom>
          <a:noFill/>
          <a:ln w="0">
            <a:noFill/>
          </a:ln>
        </p:spPr>
        <p:txBody>
          <a:bodyPr lIns="0" tIns="0" rIns="0" bIns="0" anchor="ctr">
            <a:spAutoFit/>
          </a:bodyPr>
          <a:lstStyle>
            <a:lvl1pPr indent="0" algn="l">
              <a:buNone/>
              <a:defRPr lang="en-US" sz="1800" b="0" u="none" strike="noStrike">
                <a:solidFill>
                  <a:srgbClr val="000000"/>
                </a:solidFill>
                <a:effectLst/>
                <a:uFillTx/>
                <a:latin typeface="Arial"/>
              </a:defRPr>
            </a:lvl1pPr>
          </a:lstStyle>
          <a:p>
            <a:pPr indent="0" algn="l">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263" name="PlaceHolder 2"/>
          <p:cNvSpPr>
            <a:spLocks noGrp="1"/>
          </p:cNvSpPr>
          <p:nvPr>
            <p:ph type="ftr" idx="43"/>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Times New Roman"/>
            </a:endParaRPr>
          </a:p>
        </p:txBody>
      </p:sp>
      <p:sp>
        <p:nvSpPr>
          <p:cNvPr id="264" name="PlaceHolder 3"/>
          <p:cNvSpPr>
            <a:spLocks noGrp="1"/>
          </p:cNvSpPr>
          <p:nvPr>
            <p:ph type="sldNum" idx="44"/>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FD5204CB-6BC5-4667-AD34-393BF61C663C}"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
        <p:nvSpPr>
          <p:cNvPr id="265" name="PlaceHolder 4"/>
          <p:cNvSpPr>
            <a:spLocks noGrp="1"/>
          </p:cNvSpPr>
          <p:nvPr>
            <p:ph type="dt" idx="45"/>
          </p:nvPr>
        </p:nvSpPr>
        <p:spPr>
          <a:xfrm>
            <a:off x="7205040" y="6041520"/>
            <a:ext cx="910080" cy="36324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5" r:id="rId3"/>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68" name="Group 6"/>
          <p:cNvGrpSpPr/>
          <p:nvPr/>
        </p:nvGrpSpPr>
        <p:grpSpPr>
          <a:xfrm>
            <a:off x="0" y="-8640"/>
            <a:ext cx="12190320" cy="6868080"/>
            <a:chOff x="0" y="-8640"/>
            <a:chExt cx="12190320" cy="6868080"/>
          </a:xfrm>
        </p:grpSpPr>
        <p:cxnSp>
          <p:nvCxnSpPr>
            <p:cNvPr id="269" name="Straight Connector 19"/>
            <p:cNvCxnSpPr/>
            <p:nvPr/>
          </p:nvCxnSpPr>
          <p:spPr>
            <a:xfrm>
              <a:off x="9370800" y="0"/>
              <a:ext cx="1221120" cy="6859800"/>
            </a:xfrm>
            <a:prstGeom prst="straightConnector1">
              <a:avLst/>
            </a:prstGeom>
            <a:ln cap="rnd" w="9525">
              <a:solidFill>
                <a:srgbClr val="BFBFBF"/>
              </a:solidFill>
              <a:round/>
            </a:ln>
          </p:spPr>
        </p:cxnSp>
        <p:cxnSp>
          <p:nvCxnSpPr>
            <p:cNvPr id="270"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271"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72"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73"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274"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275"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76"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77"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78"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279" name="PlaceHolder 1"/>
          <p:cNvSpPr>
            <a:spLocks noGrp="1"/>
          </p:cNvSpPr>
          <p:nvPr>
            <p:ph type="title"/>
          </p:nvPr>
        </p:nvSpPr>
        <p:spPr>
          <a:xfrm>
            <a:off x="677160" y="1131480"/>
            <a:ext cx="8595000" cy="274680"/>
          </a:xfrm>
          <a:prstGeom prst="rect">
            <a:avLst/>
          </a:prstGeom>
          <a:noFill/>
          <a:ln w="0">
            <a:noFill/>
          </a:ln>
        </p:spPr>
        <p:txBody>
          <a:bodyPr lIns="0" tIns="0" rIns="0" bIns="0" anchor="ctr">
            <a:spAutoFit/>
          </a:bodyPr>
          <a:lstStyle>
            <a:lvl1pPr indent="0" algn="l">
              <a:buNone/>
              <a:defRPr lang="en-US" sz="1800" b="0" u="none" strike="noStrike">
                <a:solidFill>
                  <a:srgbClr val="000000"/>
                </a:solidFill>
                <a:effectLst/>
                <a:uFillTx/>
                <a:latin typeface="Arial"/>
              </a:defRPr>
            </a:lvl1pPr>
          </a:lstStyle>
          <a:p>
            <a:pPr indent="0" algn="l">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280" name="PlaceHolder 2"/>
          <p:cNvSpPr>
            <a:spLocks noGrp="1"/>
          </p:cNvSpPr>
          <p:nvPr>
            <p:ph type="ftr" idx="46"/>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 </a:t>
            </a:r>
            <a:endParaRPr lang="en-US" sz="1400" b="0" u="none" strike="noStrike">
              <a:solidFill>
                <a:srgbClr val="000000"/>
              </a:solidFill>
              <a:effectLst/>
              <a:uFillTx/>
              <a:latin typeface="Times New Roman"/>
            </a:endParaRPr>
          </a:p>
        </p:txBody>
      </p:sp>
      <p:sp>
        <p:nvSpPr>
          <p:cNvPr id="281" name="PlaceHolder 3"/>
          <p:cNvSpPr>
            <a:spLocks noGrp="1"/>
          </p:cNvSpPr>
          <p:nvPr>
            <p:ph type="sldNum" idx="47"/>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F75A622A-0A0A-43A4-BED2-A38FDEF6DB0E}" type="slidenum">
              <a:rPr lang="en-IN" sz="900" b="0" u="none" strike="noStrike">
                <a:solidFill>
                  <a:schemeClr val="accent1"/>
                </a:solidFill>
                <a:effectLst/>
                <a:uFillTx/>
                <a:latin typeface="Trebuchet MS"/>
              </a:rPr>
              <a:t>1</a:t>
            </a:fld>
            <a:endParaRPr lang="en-US" sz="900" b="0" u="none" strike="noStrike">
              <a:solidFill>
                <a:srgbClr val="000000"/>
              </a:solidFill>
              <a:effectLst/>
              <a:uFillTx/>
              <a:latin typeface="Times New Roman"/>
            </a:endParaRPr>
          </a:p>
        </p:txBody>
      </p:sp>
      <p:sp>
        <p:nvSpPr>
          <p:cNvPr id="282" name="PlaceHolder 4"/>
          <p:cNvSpPr>
            <a:spLocks noGrp="1"/>
          </p:cNvSpPr>
          <p:nvPr>
            <p:ph type="dt" idx="48"/>
          </p:nvPr>
        </p:nvSpPr>
        <p:spPr>
          <a:xfrm>
            <a:off x="7205040" y="6041520"/>
            <a:ext cx="910080" cy="36324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7" r:id="rId3"/>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85" name="Group 6"/>
          <p:cNvGrpSpPr/>
          <p:nvPr/>
        </p:nvGrpSpPr>
        <p:grpSpPr>
          <a:xfrm>
            <a:off x="0" y="-8640"/>
            <a:ext cx="12190320" cy="6868080"/>
            <a:chOff x="0" y="-8640"/>
            <a:chExt cx="12190320" cy="6868080"/>
          </a:xfrm>
        </p:grpSpPr>
        <p:cxnSp>
          <p:nvCxnSpPr>
            <p:cNvPr id="286" name="Straight Connector 19"/>
            <p:cNvCxnSpPr/>
            <p:nvPr/>
          </p:nvCxnSpPr>
          <p:spPr>
            <a:xfrm>
              <a:off x="9370800" y="0"/>
              <a:ext cx="1221120" cy="6859800"/>
            </a:xfrm>
            <a:prstGeom prst="straightConnector1">
              <a:avLst/>
            </a:prstGeom>
            <a:ln cap="rnd" w="9525">
              <a:solidFill>
                <a:srgbClr val="BFBFBF"/>
              </a:solidFill>
              <a:round/>
            </a:ln>
          </p:spPr>
        </p:cxnSp>
        <p:cxnSp>
          <p:nvCxnSpPr>
            <p:cNvPr id="287"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288"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89"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90"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291"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292"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93"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94"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295"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296" name="PlaceHolder 1"/>
          <p:cNvSpPr>
            <a:spLocks noGrp="1"/>
          </p:cNvSpPr>
          <p:nvPr>
            <p:ph type="title"/>
          </p:nvPr>
        </p:nvSpPr>
        <p:spPr>
          <a:xfrm>
            <a:off x="677160" y="1131480"/>
            <a:ext cx="8595000" cy="274680"/>
          </a:xfrm>
          <a:prstGeom prst="rect">
            <a:avLst/>
          </a:prstGeom>
          <a:noFill/>
          <a:ln w="0">
            <a:noFill/>
          </a:ln>
        </p:spPr>
        <p:txBody>
          <a:bodyPr lIns="0" tIns="0" rIns="0" bIns="0" anchor="ctr">
            <a:spAutoFit/>
          </a:bodyPr>
          <a:lstStyle>
            <a:lvl1pPr indent="0" algn="l">
              <a:buNone/>
              <a:defRPr lang="en-US" sz="1800" b="0" u="none" strike="noStrike">
                <a:solidFill>
                  <a:srgbClr val="000000"/>
                </a:solidFill>
                <a:effectLst/>
                <a:uFillTx/>
                <a:latin typeface="Arial"/>
              </a:defRPr>
            </a:lvl1pPr>
          </a:lstStyle>
          <a:p>
            <a:pPr indent="0" algn="l">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297" name="PlaceHolder 2"/>
          <p:cNvSpPr>
            <a:spLocks noGrp="1"/>
          </p:cNvSpPr>
          <p:nvPr>
            <p:ph type="ftr" idx="49"/>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 </a:t>
            </a:r>
            <a:endParaRPr lang="en-US" sz="1400" b="0" u="none" strike="noStrike">
              <a:solidFill>
                <a:srgbClr val="000000"/>
              </a:solidFill>
              <a:effectLst/>
              <a:uFillTx/>
              <a:latin typeface="Times New Roman"/>
            </a:endParaRPr>
          </a:p>
        </p:txBody>
      </p:sp>
      <p:sp>
        <p:nvSpPr>
          <p:cNvPr id="298" name="PlaceHolder 3"/>
          <p:cNvSpPr>
            <a:spLocks noGrp="1"/>
          </p:cNvSpPr>
          <p:nvPr>
            <p:ph type="sldNum" idx="50"/>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84FDA16B-6E5D-45A8-89E9-62493889A334}" type="slidenum">
              <a:rPr lang="en-IN" sz="900" b="0" u="none" strike="noStrike">
                <a:solidFill>
                  <a:schemeClr val="accent1"/>
                </a:solidFill>
                <a:effectLst/>
                <a:uFillTx/>
                <a:latin typeface="Trebuchet MS"/>
              </a:rPr>
              <a:t>1</a:t>
            </a:fld>
            <a:endParaRPr lang="en-US" sz="900" b="0" u="none" strike="noStrike">
              <a:solidFill>
                <a:srgbClr val="000000"/>
              </a:solidFill>
              <a:effectLst/>
              <a:uFillTx/>
              <a:latin typeface="Times New Roman"/>
            </a:endParaRPr>
          </a:p>
        </p:txBody>
      </p:sp>
      <p:sp>
        <p:nvSpPr>
          <p:cNvPr id="299" name="PlaceHolder 4"/>
          <p:cNvSpPr>
            <a:spLocks noGrp="1"/>
          </p:cNvSpPr>
          <p:nvPr>
            <p:ph type="dt" idx="51"/>
          </p:nvPr>
        </p:nvSpPr>
        <p:spPr>
          <a:xfrm>
            <a:off x="7205040" y="6041520"/>
            <a:ext cx="910080" cy="363240"/>
          </a:xfrm>
          <a:prstGeom prst="rect">
            <a:avLst/>
          </a:prstGeom>
          <a:noFill/>
          <a:ln w="0">
            <a:noFill/>
          </a:ln>
        </p:spPr>
        <p:txBody>
          <a:bodyPr lIns="91440" tIns="45720" rIns="91440" bIns="45720" anchor="ctr">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9" r:id="rId3"/>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71" r:id="rId2"/>
    <p:sldLayoutId id="2147483672" r:id="rId3"/>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318" name="Group 6"/>
          <p:cNvGrpSpPr/>
          <p:nvPr/>
        </p:nvGrpSpPr>
        <p:grpSpPr>
          <a:xfrm>
            <a:off x="0" y="-8640"/>
            <a:ext cx="12190320" cy="6868080"/>
            <a:chOff x="0" y="-8640"/>
            <a:chExt cx="12190320" cy="6868080"/>
          </a:xfrm>
        </p:grpSpPr>
        <p:cxnSp>
          <p:nvCxnSpPr>
            <p:cNvPr id="319" name="Straight Connector 19"/>
            <p:cNvCxnSpPr/>
            <p:nvPr/>
          </p:nvCxnSpPr>
          <p:spPr>
            <a:xfrm>
              <a:off x="9370800" y="0"/>
              <a:ext cx="1221120" cy="6859800"/>
            </a:xfrm>
            <a:prstGeom prst="straightConnector1">
              <a:avLst/>
            </a:prstGeom>
            <a:ln cap="rnd" w="9525">
              <a:solidFill>
                <a:srgbClr val="BFBFBF"/>
              </a:solidFill>
              <a:round/>
            </a:ln>
          </p:spPr>
        </p:cxnSp>
        <p:cxnSp>
          <p:nvCxnSpPr>
            <p:cNvPr id="320" name="Straight Connector 20"/>
            <p:cNvCxnSpPr/>
            <p:nvPr/>
          </p:nvCxnSpPr>
          <p:spPr>
            <a:xfrm flipH="1">
              <a:off x="7425000" y="3681360"/>
              <a:ext cx="4765320" cy="3178440"/>
            </a:xfrm>
            <a:prstGeom prst="straightConnector1">
              <a:avLst/>
            </a:prstGeom>
            <a:ln cap="rnd" w="9525">
              <a:solidFill>
                <a:srgbClr val="D9D9D9"/>
              </a:solidFill>
              <a:round/>
            </a:ln>
          </p:spPr>
        </p:cxnSp>
        <p:sp>
          <p:nvSpPr>
            <p:cNvPr id="321" name="Rectangle 23"/>
            <p:cNvSpPr/>
            <p:nvPr/>
          </p:nvSpPr>
          <p:spPr>
            <a:xfrm>
              <a:off x="9181440" y="-8640"/>
              <a:ext cx="3005640" cy="6864840"/>
            </a:xfrm>
            <a:custGeom>
              <a:avLst/>
              <a:gdLst>
                <a:gd name="textAreaLeft" fmla="*/ 0 w 3005640"/>
                <a:gd name="textAreaRight" fmla="*/ 3007440 w 3005640"/>
                <a:gd name="textAreaTop" fmla="*/ 0 h 6864840"/>
                <a:gd name="textAreaBottom" fmla="*/ 6866640 h 686484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22" name="Rectangle 25"/>
            <p:cNvSpPr/>
            <p:nvPr/>
          </p:nvSpPr>
          <p:spPr>
            <a:xfrm>
              <a:off x="9603360" y="-8640"/>
              <a:ext cx="2586600" cy="6864840"/>
            </a:xfrm>
            <a:custGeom>
              <a:avLst/>
              <a:gdLst>
                <a:gd name="textAreaLeft" fmla="*/ 0 w 2586600"/>
                <a:gd name="textAreaRight" fmla="*/ 2588400 w 2586600"/>
                <a:gd name="textAreaTop" fmla="*/ 0 h 6864840"/>
                <a:gd name="textAreaBottom" fmla="*/ 6866640 h 686484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23" name="Isosceles Triangle 23"/>
            <p:cNvSpPr/>
            <p:nvPr/>
          </p:nvSpPr>
          <p:spPr>
            <a:xfrm>
              <a:off x="8932320" y="3048120"/>
              <a:ext cx="3258000" cy="380808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324" name="Rectangle 27"/>
            <p:cNvSpPr/>
            <p:nvPr/>
          </p:nvSpPr>
          <p:spPr>
            <a:xfrm>
              <a:off x="9334440" y="-8640"/>
              <a:ext cx="2852640" cy="6864840"/>
            </a:xfrm>
            <a:custGeom>
              <a:avLst/>
              <a:gdLst>
                <a:gd name="textAreaLeft" fmla="*/ 0 w 2852640"/>
                <a:gd name="textAreaRight" fmla="*/ 2854440 w 2852640"/>
                <a:gd name="textAreaTop" fmla="*/ 0 h 6864840"/>
                <a:gd name="textAreaBottom" fmla="*/ 6866640 h 686484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FFFFFF"/>
                </a:solidFill>
                <a:effectLst/>
                <a:uFillTx/>
                <a:latin typeface="Noto Serif"/>
              </a:endParaRPr>
            </a:p>
          </p:txBody>
        </p:sp>
        <p:sp>
          <p:nvSpPr>
            <p:cNvPr id="325" name="Rectangle 28"/>
            <p:cNvSpPr/>
            <p:nvPr/>
          </p:nvSpPr>
          <p:spPr>
            <a:xfrm>
              <a:off x="10898640" y="-8640"/>
              <a:ext cx="1288440" cy="6864840"/>
            </a:xfrm>
            <a:custGeom>
              <a:avLst/>
              <a:gdLst>
                <a:gd name="textAreaLeft" fmla="*/ 0 w 1288440"/>
                <a:gd name="textAreaRight" fmla="*/ 1290240 w 1288440"/>
                <a:gd name="textAreaTop" fmla="*/ 0 h 6864840"/>
                <a:gd name="textAreaBottom" fmla="*/ 6866640 h 686484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26" name="Rectangle 29"/>
            <p:cNvSpPr/>
            <p:nvPr/>
          </p:nvSpPr>
          <p:spPr>
            <a:xfrm>
              <a:off x="10938960" y="-8640"/>
              <a:ext cx="1248120" cy="6864840"/>
            </a:xfrm>
            <a:custGeom>
              <a:avLst/>
              <a:gdLst>
                <a:gd name="textAreaLeft" fmla="*/ 0 w 1248120"/>
                <a:gd name="textAreaRight" fmla="*/ 1249920 w 1248120"/>
                <a:gd name="textAreaTop" fmla="*/ 0 h 6864840"/>
                <a:gd name="textAreaBottom" fmla="*/ 6866640 h 686484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27" name="Isosceles Triangle 27"/>
            <p:cNvSpPr/>
            <p:nvPr/>
          </p:nvSpPr>
          <p:spPr>
            <a:xfrm>
              <a:off x="10371600" y="3589920"/>
              <a:ext cx="1815480" cy="326628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sp>
          <p:nvSpPr>
            <p:cNvPr id="328" name="Isosceles Triangle 28"/>
            <p:cNvSpPr/>
            <p:nvPr/>
          </p:nvSpPr>
          <p:spPr>
            <a:xfrm>
              <a:off x="0" y="4013280"/>
              <a:ext cx="446760" cy="284292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endParaRPr lang="en-US" sz="1800" b="0" u="none" strike="noStrike">
                <a:solidFill>
                  <a:srgbClr val="000000"/>
                </a:solidFill>
                <a:effectLst/>
                <a:uFillTx/>
                <a:latin typeface="Noto Serif"/>
              </a:endParaRPr>
            </a:p>
          </p:txBody>
        </p:sp>
      </p:grpSp>
      <p:sp>
        <p:nvSpPr>
          <p:cNvPr id="329" name="PlaceHolder 1"/>
          <p:cNvSpPr>
            <a:spLocks noGrp="1"/>
          </p:cNvSpPr>
          <p:nvPr>
            <p:ph type="title"/>
          </p:nvPr>
        </p:nvSpPr>
        <p:spPr>
          <a:xfrm>
            <a:off x="677160" y="609480"/>
            <a:ext cx="8595000" cy="1319040"/>
          </a:xfrm>
          <a:prstGeom prst="rect">
            <a:avLst/>
          </a:prstGeom>
          <a:noFill/>
          <a:ln w="0">
            <a:noFill/>
          </a:ln>
        </p:spPr>
        <p:txBody>
          <a:bodyPr lIns="91440" tIns="45720" rIns="91440" bIns="45720" anchor="t">
            <a:normAutofit/>
          </a:bodyPr>
          <a:lstStyle>
            <a:lvl1pPr indent="0" algn="l" defTabSz="457200">
              <a:lnSpc>
                <a:spcPct val="100000"/>
              </a:lnSpc>
              <a:buNone/>
              <a:tabLst>
                <a:tab pos="0" algn="l"/>
              </a:tabLst>
              <a:defRPr lang="en-US" sz="3600" b="0" u="none" strike="noStrike">
                <a:solidFill>
                  <a:schemeClr val="accent1"/>
                </a:solidFill>
                <a:effectLst/>
                <a:uFillTx/>
                <a:latin typeface="Trebuchet MS"/>
              </a:defRPr>
            </a:lvl1pPr>
          </a:lstStyle>
          <a:p>
            <a:pPr indent="0" algn="l" defTabSz="457200">
              <a:lnSpc>
                <a:spcPct val="100000"/>
              </a:lnSpc>
              <a:buNone/>
              <a:tabLst>
                <a:tab pos="0" algn="l"/>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Arial"/>
            </a:endParaRPr>
          </a:p>
        </p:txBody>
      </p:sp>
      <p:sp>
        <p:nvSpPr>
          <p:cNvPr id="330" name="PlaceHolder 2"/>
          <p:cNvSpPr>
            <a:spLocks noGrp="1"/>
          </p:cNvSpPr>
          <p:nvPr>
            <p:ph type="body"/>
          </p:nvPr>
        </p:nvSpPr>
        <p:spPr>
          <a:xfrm>
            <a:off x="677160" y="2160720"/>
            <a:ext cx="8595000" cy="3879000"/>
          </a:xfrm>
          <a:prstGeom prst="rect">
            <a:avLst/>
          </a:prstGeom>
          <a:noFill/>
          <a:ln w="0">
            <a:noFill/>
          </a:ln>
        </p:spPr>
        <p:txBody>
          <a:bodyPr lIns="91440" tIns="45720" rIns="91440" bIns="45720" anchor="t">
            <a:noAutofit/>
          </a:bodyPr>
          <a:lstStyle>
            <a:lvl1pPr algn="l" defTabSz="457200">
              <a:lnSpc>
                <a:spcPct val="100000"/>
              </a:lnSpc>
              <a:spcBef>
                <a:spcPts val="1001"/>
              </a:spcBef>
              <a:buClr>
                <a:srgbClr val="90C226"/>
              </a:buClr>
              <a:buSzPct val="80000"/>
              <a:buFont typeface="Wingdings 3" charset="2"/>
              <a:buChar char=""/>
              <a:defRPr lang="en-US" sz="1800" b="0" u="none" strike="noStrike">
                <a:solidFill>
                  <a:schemeClr val="dk1">
                    <a:lumMod val="75000"/>
                    <a:lumOff val="25000"/>
                  </a:schemeClr>
                </a:solidFill>
                <a:effectLst/>
                <a:uFillTx/>
                <a:latin typeface="Trebuchet MS"/>
              </a:defRPr>
            </a:lvl1pPr>
            <a:lvl2pPr lvl="1" algn="l" defTabSz="457200">
              <a:lnSpc>
                <a:spcPct val="100000"/>
              </a:lnSpc>
              <a:spcBef>
                <a:spcPts val="1001"/>
              </a:spcBef>
              <a:buClr>
                <a:srgbClr val="90C226"/>
              </a:buClr>
              <a:buSzPct val="80000"/>
              <a:buFont typeface="Wingdings 3" charset="2"/>
              <a:buChar char=""/>
              <a:defRPr lang="en-US" sz="1600" b="0" u="none" strike="noStrike">
                <a:solidFill>
                  <a:schemeClr val="dk1">
                    <a:lumMod val="75000"/>
                    <a:lumOff val="25000"/>
                  </a:schemeClr>
                </a:solidFill>
                <a:effectLst/>
                <a:uFillTx/>
                <a:latin typeface="Trebuchet MS"/>
              </a:defRPr>
            </a:lvl2pPr>
            <a:lvl3pPr lvl="2" algn="l" defTabSz="457200">
              <a:lnSpc>
                <a:spcPct val="100000"/>
              </a:lnSpc>
              <a:spcBef>
                <a:spcPts val="1001"/>
              </a:spcBef>
              <a:buClr>
                <a:srgbClr val="90C226"/>
              </a:buClr>
              <a:buSzPct val="80000"/>
              <a:buFont typeface="Wingdings 3" charset="2"/>
              <a:buChar char=""/>
              <a:defRPr lang="en-US" sz="1400" b="0" u="none" strike="noStrike">
                <a:solidFill>
                  <a:schemeClr val="dk1">
                    <a:lumMod val="75000"/>
                    <a:lumOff val="25000"/>
                  </a:schemeClr>
                </a:solidFill>
                <a:effectLst/>
                <a:uFillTx/>
                <a:latin typeface="Trebuchet MS"/>
              </a:defRPr>
            </a:lvl3pPr>
            <a:lvl4pPr lvl="3"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4pPr>
            <a:lvl5pPr lvl="4" algn="l" defTabSz="457200">
              <a:lnSpc>
                <a:spcPct val="100000"/>
              </a:lnSpc>
              <a:spcBef>
                <a:spcPts val="1001"/>
              </a:spcBef>
              <a:buClr>
                <a:srgbClr val="90C226"/>
              </a:buClr>
              <a:buSzPct val="80000"/>
              <a:buFont typeface="Wingdings 3" charset="2"/>
              <a:buChar char=""/>
              <a:defRPr lang="en-US" sz="1200" b="0" u="none" strike="noStrike">
                <a:solidFill>
                  <a:schemeClr val="dk1">
                    <a:lumMod val="75000"/>
                    <a:lumOff val="25000"/>
                  </a:schemeClr>
                </a:solidFill>
                <a:effectLst/>
                <a:uFillTx/>
                <a:latin typeface="Trebuchet MS"/>
              </a:defRPr>
            </a:lvl5pPr>
          </a:lstStyle>
          <a:p>
            <a:pPr marL="343080" indent="-343080" algn="l"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Arial"/>
            </a:endParaRPr>
          </a:p>
          <a:p>
            <a:pPr marL="743040" lvl="1" indent="-285840" algn="l"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Arial"/>
            </a:endParaRPr>
          </a:p>
          <a:p>
            <a:pPr marL="1143000" lvl="2" indent="-228600" algn="l"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Arial"/>
            </a:endParaRPr>
          </a:p>
          <a:p>
            <a:pPr marL="1600200" lvl="3"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Arial"/>
            </a:endParaRPr>
          </a:p>
          <a:p>
            <a:pPr marL="2057400" lvl="4" indent="-228600" algn="l"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Arial"/>
            </a:endParaRPr>
          </a:p>
        </p:txBody>
      </p:sp>
      <p:sp>
        <p:nvSpPr>
          <p:cNvPr id="331" name="PlaceHolder 3"/>
          <p:cNvSpPr>
            <a:spLocks noGrp="1"/>
          </p:cNvSpPr>
          <p:nvPr>
            <p:ph type="dt" idx="55"/>
          </p:nvPr>
        </p:nvSpPr>
        <p:spPr>
          <a:xfrm>
            <a:off x="7205040" y="6041520"/>
            <a:ext cx="9100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pos="0" algn="l"/>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Times New Roman"/>
            </a:endParaRPr>
          </a:p>
        </p:txBody>
      </p:sp>
      <p:sp>
        <p:nvSpPr>
          <p:cNvPr id="332" name="PlaceHolder 4"/>
          <p:cNvSpPr>
            <a:spLocks noGrp="1"/>
          </p:cNvSpPr>
          <p:nvPr>
            <p:ph type="ftr" idx="56"/>
          </p:nvPr>
        </p:nvSpPr>
        <p:spPr>
          <a:xfrm>
            <a:off x="677160" y="6041520"/>
            <a:ext cx="6295680" cy="3632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Noto Serif"/>
              </a:defRPr>
            </a:lvl1pPr>
          </a:lstStyle>
          <a:p>
            <a:pPr indent="0" algn="ctr">
              <a:lnSpc>
                <a:spcPct val="100000"/>
              </a:lnSpc>
              <a:buNone/>
              <a:tabLst>
                <a:tab pos="0" algn="l"/>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Times New Roman"/>
            </a:endParaRPr>
          </a:p>
        </p:txBody>
      </p:sp>
      <p:sp>
        <p:nvSpPr>
          <p:cNvPr id="333" name="PlaceHolder 5"/>
          <p:cNvSpPr>
            <a:spLocks noGrp="1"/>
          </p:cNvSpPr>
          <p:nvPr>
            <p:ph type="sldNum" idx="57"/>
          </p:nvPr>
        </p:nvSpPr>
        <p:spPr>
          <a:xfrm>
            <a:off x="8590680" y="6041520"/>
            <a:ext cx="681480" cy="3632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N" sz="900" b="0" u="none" strike="noStrike">
                <a:solidFill>
                  <a:schemeClr val="accent1"/>
                </a:solidFill>
                <a:effectLst/>
                <a:uFillTx/>
                <a:latin typeface="Trebuchet MS"/>
              </a:defRPr>
            </a:lvl1pPr>
          </a:lstStyle>
          <a:p>
            <a:pPr indent="0" algn="r" defTabSz="457200">
              <a:lnSpc>
                <a:spcPct val="100000"/>
              </a:lnSpc>
              <a:buNone/>
              <a:tabLst>
                <a:tab pos="0" algn="l"/>
              </a:tabLst>
            </a:pPr>
            <a:fld id="{E2878B1F-3E68-41F3-9B31-91CB0D4B8E1E}"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74" r:id="rId3"/>
    <p:sldLayoutId id="2147483675" r:id="rId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1.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1.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21.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1.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21.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2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1.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21.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2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21.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1371600" y="301680"/>
            <a:ext cx="7692840" cy="1068480"/>
          </a:xfrm>
          <a:prstGeom prst="rect">
            <a:avLst/>
          </a:prstGeom>
          <a:noFill/>
          <a:ln w="0">
            <a:noFill/>
          </a:ln>
        </p:spPr>
        <p:txBody>
          <a:bodyPr lIns="91440" tIns="45720" rIns="91440" bIns="45720" anchor="b">
            <a:normAutofit/>
          </a:bodyPr>
          <a:p>
            <a:pPr indent="0" algn="ctr" defTabSz="457200">
              <a:lnSpc>
                <a:spcPct val="100000"/>
              </a:lnSpc>
              <a:buNone/>
              <a:tabLst>
                <a:tab pos="0" algn="l"/>
              </a:tabLst>
            </a:pPr>
            <a:r>
              <a:rPr lang="en-IN" sz="3200" b="1" u="none" strike="noStrike">
                <a:solidFill>
                  <a:schemeClr val="dk1">
                    <a:lumMod val="85000"/>
                    <a:lumOff val="15000"/>
                  </a:schemeClr>
                </a:solidFill>
                <a:effectLst/>
                <a:uFillTx/>
                <a:latin typeface="Trebuchet MS"/>
              </a:rPr>
              <a:t>Design and Implementation of a Blockchain-Based E-Voting System</a:t>
            </a:r>
            <a:endParaRPr lang="en-US" sz="3200" b="0" u="none" strike="noStrike">
              <a:solidFill>
                <a:srgbClr val="000000"/>
              </a:solidFill>
              <a:effectLst/>
              <a:uFillTx/>
              <a:latin typeface="Arial"/>
            </a:endParaRPr>
          </a:p>
        </p:txBody>
      </p:sp>
      <p:sp>
        <p:nvSpPr>
          <p:cNvPr id="361" name="PlaceHolder 2"/>
          <p:cNvSpPr>
            <a:spLocks noGrp="1"/>
          </p:cNvSpPr>
          <p:nvPr>
            <p:ph type="subTitle"/>
          </p:nvPr>
        </p:nvSpPr>
        <p:spPr>
          <a:xfrm>
            <a:off x="2081880" y="2558520"/>
            <a:ext cx="8500320" cy="2828880"/>
          </a:xfrm>
          <a:prstGeom prst="rect">
            <a:avLst/>
          </a:prstGeom>
          <a:noFill/>
          <a:ln w="0">
            <a:noFill/>
          </a:ln>
        </p:spPr>
        <p:txBody>
          <a:bodyPr lIns="91440" tIns="45720" rIns="91440" bIns="45720" anchor="t">
            <a:normAutofit fontScale="85000" lnSpcReduction="9999"/>
          </a:bodyPr>
          <a:p>
            <a:pPr indent="0" algn="l" defTabSz="457200">
              <a:lnSpc>
                <a:spcPct val="100000"/>
              </a:lnSpc>
              <a:spcBef>
                <a:spcPts val="1001"/>
              </a:spcBef>
              <a:buNone/>
              <a:tabLst>
                <a:tab pos="0" algn="l"/>
              </a:tabLst>
            </a:pPr>
            <a:r>
              <a:rPr lang="en-US" sz="1800" b="0" u="none" strike="noStrike">
                <a:solidFill>
                  <a:schemeClr val="dk1"/>
                </a:solidFill>
                <a:effectLst/>
                <a:uFillTx/>
                <a:latin typeface="Trebuchet MS"/>
              </a:rPr>
              <a:t> TEAM MEMBERS :</a:t>
            </a: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S.THILLAIARASAN  ( 620822205114 )</a:t>
            </a: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1800" b="0" u="none" strike="noStrike">
                <a:solidFill>
                  <a:schemeClr val="dk1"/>
                </a:solidFill>
                <a:effectLst/>
                <a:uFillTx/>
                <a:latin typeface="Trebuchet MS"/>
                <a:ea typeface="Noto Sans"/>
              </a:rPr>
              <a:t>	</a:t>
            </a:r>
            <a:r>
              <a:rPr lang="en-US" sz="1800" b="0" u="none" strike="noStrike">
                <a:solidFill>
                  <a:schemeClr val="dk1"/>
                </a:solidFill>
                <a:effectLst/>
                <a:uFillTx/>
                <a:latin typeface="Trebuchet MS"/>
                <a:ea typeface="Noto Sans"/>
              </a:rPr>
              <a:t>	</a:t>
            </a:r>
            <a:r>
              <a:rPr lang="en-US" sz="1800" b="0" u="none" strike="noStrike">
                <a:solidFill>
                  <a:schemeClr val="dk1"/>
                </a:solidFill>
                <a:effectLst/>
                <a:uFillTx/>
                <a:latin typeface="Trebuchet MS"/>
                <a:ea typeface="Noto Sans"/>
              </a:rPr>
              <a:t>	</a:t>
            </a:r>
            <a:r>
              <a:rPr lang="en-US" sz="1800" b="0" u="none" strike="noStrike">
                <a:solidFill>
                  <a:schemeClr val="dk1"/>
                </a:solidFill>
                <a:effectLst/>
                <a:uFillTx/>
                <a:latin typeface="Trebuchet MS"/>
                <a:ea typeface="Noto Sans"/>
              </a:rPr>
              <a:t>M.RAMANA             (  620822205083 )</a:t>
            </a: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1800" b="0" u="none" strike="noStrike">
                <a:solidFill>
                  <a:schemeClr val="dk1"/>
                </a:solidFill>
                <a:effectLst/>
                <a:uFillTx/>
                <a:latin typeface="Trebuchet MS"/>
                <a:ea typeface="Noto Sans"/>
              </a:rPr>
              <a:t>	</a:t>
            </a:r>
            <a:r>
              <a:rPr lang="en-US" sz="1800" b="0" u="none" strike="noStrike">
                <a:solidFill>
                  <a:schemeClr val="dk1"/>
                </a:solidFill>
                <a:effectLst/>
                <a:uFillTx/>
                <a:latin typeface="Trebuchet MS"/>
                <a:ea typeface="Noto Sans"/>
              </a:rPr>
              <a:t>	</a:t>
            </a:r>
            <a:r>
              <a:rPr lang="en-US" sz="1800" b="0" u="none" strike="noStrike">
                <a:solidFill>
                  <a:schemeClr val="dk1"/>
                </a:solidFill>
                <a:effectLst/>
                <a:uFillTx/>
                <a:latin typeface="Trebuchet MS"/>
                <a:ea typeface="Noto Sans"/>
              </a:rPr>
              <a:t>	</a:t>
            </a:r>
            <a:r>
              <a:rPr lang="en-US" sz="1800" b="0" u="none" strike="noStrike">
                <a:solidFill>
                  <a:schemeClr val="dk1"/>
                </a:solidFill>
                <a:effectLst/>
                <a:uFillTx/>
                <a:latin typeface="Trebuchet MS"/>
                <a:ea typeface="Noto Sans"/>
              </a:rPr>
              <a:t>V.SUGUMARAN      ( 620822205107 )</a:t>
            </a: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1800" b="0" u="none" strike="noStrike">
                <a:solidFill>
                  <a:schemeClr val="dk1"/>
                </a:solidFill>
                <a:effectLst/>
                <a:uFillTx/>
                <a:latin typeface="Trebuchet MS"/>
                <a:ea typeface="Noto Sans"/>
              </a:rPr>
              <a:t>	</a:t>
            </a:r>
            <a:r>
              <a:rPr lang="en-US" sz="1800" b="0" u="none" strike="noStrike">
                <a:solidFill>
                  <a:schemeClr val="dk1"/>
                </a:solidFill>
                <a:effectLst/>
                <a:uFillTx/>
                <a:latin typeface="Trebuchet MS"/>
                <a:ea typeface="Noto Sans"/>
              </a:rPr>
              <a:t>	</a:t>
            </a:r>
            <a:r>
              <a:rPr lang="en-US" sz="1800" b="0" u="none" strike="noStrike">
                <a:solidFill>
                  <a:schemeClr val="dk1"/>
                </a:solidFill>
                <a:effectLst/>
                <a:uFillTx/>
                <a:latin typeface="Trebuchet MS"/>
                <a:ea typeface="Noto Sans"/>
              </a:rPr>
              <a:t>	</a:t>
            </a:r>
            <a:r>
              <a:rPr lang="en-US" sz="1800" b="0" u="none" strike="noStrike">
                <a:solidFill>
                  <a:schemeClr val="dk1"/>
                </a:solidFill>
                <a:effectLst/>
                <a:uFillTx/>
                <a:latin typeface="Trebuchet MS"/>
                <a:ea typeface="Noto Sans"/>
              </a:rPr>
              <a:t>K.UDHAY </a:t>
            </a:r>
            <a:r>
              <a:rPr lang="en-US" sz="1800" b="0" u="none" strike="noStrike">
                <a:solidFill>
                  <a:schemeClr val="dk1"/>
                </a:solidFill>
                <a:effectLst/>
                <a:uFillTx/>
                <a:latin typeface="Trebuchet MS"/>
                <a:ea typeface="Noto Sans"/>
              </a:rPr>
              <a:t>	</a:t>
            </a:r>
            <a:r>
              <a:rPr lang="en-US" sz="1800" b="0" u="none" strike="noStrike">
                <a:solidFill>
                  <a:schemeClr val="dk1"/>
                </a:solidFill>
                <a:effectLst/>
                <a:uFillTx/>
                <a:latin typeface="Trebuchet MS"/>
                <a:ea typeface="Noto Sans"/>
              </a:rPr>
              <a:t>      ( 620822205117 )</a:t>
            </a: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endParaRPr lang="en-US" sz="18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2000" b="0" u="none" strike="noStrike">
                <a:solidFill>
                  <a:schemeClr val="dk1"/>
                </a:solidFill>
                <a:effectLst/>
                <a:uFillTx/>
                <a:latin typeface="Trebuchet MS"/>
                <a:ea typeface="Noto Sans"/>
              </a:rPr>
              <a:t> GUIDE : MR. JEEVA. D, AP/IT</a:t>
            </a:r>
            <a:endParaRPr lang="en-US" sz="2000" b="0" u="none" strike="noStrike">
              <a:solidFill>
                <a:srgbClr val="000000"/>
              </a:solidFill>
              <a:effectLst/>
              <a:uFillTx/>
              <a:latin typeface="Arial"/>
            </a:endParaRPr>
          </a:p>
          <a:p>
            <a:pPr indent="0" algn="l" defTabSz="457200">
              <a:lnSpc>
                <a:spcPct val="100000"/>
              </a:lnSpc>
              <a:spcBef>
                <a:spcPts val="1001"/>
              </a:spcBef>
              <a:buNone/>
              <a:tabLst>
                <a:tab pos="0" algn="l"/>
              </a:tabLst>
            </a:pPr>
            <a:r>
              <a:rPr lang="en-US" sz="2000" b="0" u="none" strike="noStrike">
                <a:solidFill>
                  <a:schemeClr val="dk1"/>
                </a:solidFill>
                <a:effectLst/>
                <a:uFillTx/>
                <a:latin typeface="Trebuchet MS"/>
                <a:ea typeface="Noto Sans"/>
              </a:rPr>
              <a:t> </a:t>
            </a: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2" name="PlaceHolder 1"/>
          <p:cNvSpPr>
            <a:spLocks noGrp="1"/>
          </p:cNvSpPr>
          <p:nvPr>
            <p:ph type="title"/>
          </p:nvPr>
        </p:nvSpPr>
        <p:spPr>
          <a:xfrm>
            <a:off x="1800" y="0"/>
            <a:ext cx="8595000" cy="68544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1" u="none" strike="noStrike">
                <a:solidFill>
                  <a:schemeClr val="dk1"/>
                </a:solidFill>
                <a:effectLst/>
                <a:uFillTx/>
                <a:latin typeface="Trebuchet MS"/>
              </a:rPr>
              <a:t>Abstract:</a:t>
            </a:r>
            <a:endParaRPr lang="en-US" sz="3600" b="0" u="none" strike="noStrike">
              <a:solidFill>
                <a:srgbClr val="000000"/>
              </a:solidFill>
              <a:effectLst/>
              <a:uFillTx/>
              <a:latin typeface="Arial"/>
            </a:endParaRPr>
          </a:p>
        </p:txBody>
      </p:sp>
      <p:sp>
        <p:nvSpPr>
          <p:cNvPr id="363" name="PlaceHolder 2"/>
          <p:cNvSpPr>
            <a:spLocks noGrp="1"/>
          </p:cNvSpPr>
          <p:nvPr>
            <p:ph/>
          </p:nvPr>
        </p:nvSpPr>
        <p:spPr>
          <a:xfrm>
            <a:off x="334080" y="915120"/>
            <a:ext cx="9038160" cy="502812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Electronic voting systems have gained attention as a replacement for traditional paper-based elections; however, issues such as vote tampering, lack of transparency, and centralized control continue to raise serious concerns. </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address these challenges, this project proposes a Blockchain-Based Secure Electronic Voting System using smart contracts. Blockchain technology provides decentralization, immutability, and transparency, ensuring that votes once recorded cannot be altered or deleted.</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 In the proposed system, voter registration, vote casting, and result computation are managed through smart contracts deployed on a blockchain network. </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Each vote is securely recorded as a transaction, eliminating the need for a trusted third party. The system is implemented using Solidity for smart contracts, Node.js for backend services, and a web-based user interface for interaction.</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 This approach improves trust, security, and auditability in electronic voting while maintaining system simplicity for academic and real-world adaptability.</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4" name="PlaceHolder 1"/>
          <p:cNvSpPr>
            <a:spLocks noGrp="1"/>
          </p:cNvSpPr>
          <p:nvPr>
            <p:ph type="title"/>
          </p:nvPr>
        </p:nvSpPr>
        <p:spPr>
          <a:xfrm>
            <a:off x="1800" y="0"/>
            <a:ext cx="8595000" cy="131904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1" u="none" strike="noStrike">
                <a:solidFill>
                  <a:schemeClr val="dk1"/>
                </a:solidFill>
                <a:effectLst/>
                <a:uFillTx/>
                <a:latin typeface="Trebuchet MS"/>
              </a:rPr>
              <a:t> Introduction</a:t>
            </a:r>
            <a:endParaRPr lang="en-US" sz="3600" b="0" u="none" strike="noStrike">
              <a:solidFill>
                <a:srgbClr val="000000"/>
              </a:solidFill>
              <a:effectLst/>
              <a:uFillTx/>
              <a:latin typeface="Arial"/>
            </a:endParaRPr>
          </a:p>
        </p:txBody>
      </p:sp>
      <p:sp>
        <p:nvSpPr>
          <p:cNvPr id="365" name="PlaceHolder 2"/>
          <p:cNvSpPr>
            <a:spLocks noGrp="1"/>
          </p:cNvSpPr>
          <p:nvPr>
            <p:ph/>
          </p:nvPr>
        </p:nvSpPr>
        <p:spPr>
          <a:xfrm>
            <a:off x="334080" y="915120"/>
            <a:ext cx="9038160" cy="502812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Elections play a crucial role in democratic systems, requiring high levels of trust, accuracy, and transparency. Traditional voting methods, including paper ballots and centralized electronic voting machines, are vulnerable to manipulation, human error, and lack of verifiability. With the increasing digitization of government services, the demand for a secure and transparent electronic voting solution has become more significant. </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Blockchain technology, originally introduced for cryptocurrencies, has emerged as a powerful platform for secure record management due to its decentralized and immutable nature.</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This project explores the application of blockchain technology in the electronic voting domain. By leveraging smart contracts, the proposed system ensures that voter registration, vote casting, and result declaration follow predefined rules without human intervention. </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Each vote is cryptographically secured and permanently recorded on the blockchain, making unauthorized modifications practically impossible. The system aims to demonstrate how blockchain can enhance electoral transparency and trust while reducing dependency on centralized authorities.</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0" y="0"/>
            <a:ext cx="8595000" cy="68544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1" u="none" strike="noStrike">
                <a:solidFill>
                  <a:schemeClr val="dk1"/>
                </a:solidFill>
                <a:effectLst/>
                <a:uFillTx/>
                <a:latin typeface="Trebuchet MS"/>
              </a:rPr>
              <a:t>Problem Statement:</a:t>
            </a:r>
            <a:endParaRPr lang="en-US" sz="3600" b="0" u="none" strike="noStrike">
              <a:solidFill>
                <a:srgbClr val="000000"/>
              </a:solidFill>
              <a:effectLst/>
              <a:uFillTx/>
              <a:latin typeface="Arial"/>
            </a:endParaRPr>
          </a:p>
        </p:txBody>
      </p:sp>
      <p:sp>
        <p:nvSpPr>
          <p:cNvPr id="367" name="PlaceHolder 2"/>
          <p:cNvSpPr>
            <a:spLocks noGrp="1"/>
          </p:cNvSpPr>
          <p:nvPr>
            <p:ph/>
          </p:nvPr>
        </p:nvSpPr>
        <p:spPr>
          <a:xfrm>
            <a:off x="333000" y="914400"/>
            <a:ext cx="9038160" cy="502812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Existing electronic voting systems lack transparency and verifiability for voters.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Voters cannot independently verify whether their votes are recorded correctly.</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Centralized databases are vulnerable to cyber-attacks and unauthorized modifications.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Manual verification and audit processes are time-consuming and error-prone.</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There is a need for a secure, transparent, and verifiable voting system that minimizes human intervention.</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The challenge is to design a system that ensures one-person-one-vote while preserving data integrity.</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8" name="PlaceHolder 1"/>
          <p:cNvSpPr>
            <a:spLocks noGrp="1"/>
          </p:cNvSpPr>
          <p:nvPr>
            <p:ph type="title"/>
          </p:nvPr>
        </p:nvSpPr>
        <p:spPr>
          <a:xfrm>
            <a:off x="0" y="0"/>
            <a:ext cx="8595000" cy="131904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IN" sz="3600" b="1" u="none" strike="noStrike">
                <a:solidFill>
                  <a:schemeClr val="dk1"/>
                </a:solidFill>
                <a:effectLst/>
                <a:uFillTx/>
                <a:latin typeface="Trebuchet MS"/>
              </a:rPr>
              <a:t>OBJECTIVE</a:t>
            </a:r>
            <a:r>
              <a:rPr lang="en-IN" sz="3600" b="0" u="none" strike="noStrike">
                <a:solidFill>
                  <a:schemeClr val="dk1"/>
                </a:solidFill>
                <a:effectLst/>
                <a:uFillTx/>
                <a:latin typeface="Trebuchet MS"/>
              </a:rPr>
              <a:t> :</a:t>
            </a:r>
            <a:endParaRPr lang="en-US" sz="3600" b="0" u="none" strike="noStrike">
              <a:solidFill>
                <a:srgbClr val="000000"/>
              </a:solidFill>
              <a:effectLst/>
              <a:uFillTx/>
              <a:latin typeface="Arial"/>
            </a:endParaRPr>
          </a:p>
        </p:txBody>
      </p:sp>
      <p:sp>
        <p:nvSpPr>
          <p:cNvPr id="369" name="PlaceHolder 2"/>
          <p:cNvSpPr>
            <a:spLocks noGrp="1"/>
          </p:cNvSpPr>
          <p:nvPr>
            <p:ph/>
          </p:nvPr>
        </p:nvSpPr>
        <p:spPr>
          <a:xfrm>
            <a:off x="677160" y="1045440"/>
            <a:ext cx="8595000" cy="443952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design a secure and transparent electronic voting system using blockchain technology.</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prevent vote tampering and duplicate voting using smart contracts.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enable verifiable and immutable vote storage.</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reduce reliance on centralized election authorities.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provide a simple and user-friendly interface for voters.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demonstrate a real-world application of blockchain in governance systems.</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0" name="PlaceHolder 1"/>
          <p:cNvSpPr>
            <a:spLocks noGrp="1"/>
          </p:cNvSpPr>
          <p:nvPr>
            <p:ph type="title"/>
          </p:nvPr>
        </p:nvSpPr>
        <p:spPr>
          <a:xfrm>
            <a:off x="-25200" y="0"/>
            <a:ext cx="8254440" cy="91404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1" u="none" strike="noStrike">
                <a:solidFill>
                  <a:schemeClr val="dk1"/>
                </a:solidFill>
                <a:effectLst/>
                <a:uFillTx/>
                <a:latin typeface="Trebuchet MS"/>
              </a:rPr>
              <a:t>Existing System</a:t>
            </a:r>
            <a:endParaRPr lang="en-US" sz="3600" b="0" u="none" strike="noStrike">
              <a:solidFill>
                <a:srgbClr val="000000"/>
              </a:solidFill>
              <a:effectLst/>
              <a:uFillTx/>
              <a:latin typeface="Arial"/>
            </a:endParaRPr>
          </a:p>
        </p:txBody>
      </p:sp>
      <p:sp>
        <p:nvSpPr>
          <p:cNvPr id="371" name="PlaceHolder 2"/>
          <p:cNvSpPr>
            <a:spLocks noGrp="1"/>
          </p:cNvSpPr>
          <p:nvPr>
            <p:ph/>
          </p:nvPr>
        </p:nvSpPr>
        <p:spPr>
          <a:xfrm>
            <a:off x="457200" y="727560"/>
            <a:ext cx="8080560" cy="270108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Centralized electronic voting infrastructure.</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Election data stored in traditional databases.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Vote counting and result generation controlled by authorities.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Limited transparency for voters.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Manual audits required to verify results.</a:t>
            </a:r>
            <a:endParaRPr lang="en-US" sz="1800" b="0" u="none" strike="noStrike">
              <a:solidFill>
                <a:srgbClr val="000000"/>
              </a:solidFill>
              <a:effectLst/>
              <a:uFillTx/>
              <a:latin typeface="Arial"/>
            </a:endParaRPr>
          </a:p>
        </p:txBody>
      </p:sp>
      <p:sp>
        <p:nvSpPr>
          <p:cNvPr id="372" name="Rectangle 3"/>
          <p:cNvSpPr/>
          <p:nvPr/>
        </p:nvSpPr>
        <p:spPr>
          <a:xfrm>
            <a:off x="0" y="3571200"/>
            <a:ext cx="3500280" cy="6390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chemeClr val="dk1"/>
                </a:solidFill>
                <a:effectLst/>
                <a:uFillTx/>
                <a:latin typeface="Trebuchet MS"/>
              </a:rPr>
              <a:t>Disadvantage</a:t>
            </a:r>
            <a:endParaRPr lang="en-US" sz="3600" b="0" u="none" strike="noStrike">
              <a:solidFill>
                <a:srgbClr val="000000"/>
              </a:solidFill>
              <a:effectLst/>
              <a:uFillTx/>
              <a:latin typeface="Arial"/>
            </a:endParaRPr>
          </a:p>
        </p:txBody>
      </p:sp>
      <p:sp>
        <p:nvSpPr>
          <p:cNvPr id="373" name="Content Placeholder 1"/>
          <p:cNvSpPr/>
          <p:nvPr/>
        </p:nvSpPr>
        <p:spPr>
          <a:xfrm>
            <a:off x="457200" y="4215960"/>
            <a:ext cx="8080560" cy="2701080"/>
          </a:xfrm>
          <a:prstGeom prst="rect">
            <a:avLst/>
          </a:prstGeom>
          <a:noFill/>
          <a:ln w="0">
            <a:noFill/>
          </a:ln>
        </p:spPr>
        <p:style>
          <a:lnRef idx="0"/>
          <a:fillRef idx="0"/>
          <a:effectRef idx="0"/>
          <a:fontRef idx="minor"/>
        </p:style>
        <p:txBody>
          <a:bodyPr lIns="90000" tIns="45000" rIns="90000" bIns="4500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Single point of failure.</a:t>
            </a:r>
            <a:endParaRPr lang="en-US" sz="1800" b="0" u="none" strike="noStrike">
              <a:solidFill>
                <a:srgbClr val="000000"/>
              </a:solidFill>
              <a:effectLst/>
              <a:uFillTx/>
              <a:latin typeface="Arial"/>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Susceptible to hacking and data manipulation.</a:t>
            </a:r>
            <a:endParaRPr lang="en-US" sz="1800" b="0" u="none" strike="noStrike">
              <a:solidFill>
                <a:srgbClr val="000000"/>
              </a:solidFill>
              <a:effectLst/>
              <a:uFillTx/>
              <a:latin typeface="Arial"/>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Lack of voter trust and transparency.</a:t>
            </a:r>
            <a:endParaRPr lang="en-US" sz="1800" b="0" u="none" strike="noStrike">
              <a:solidFill>
                <a:srgbClr val="000000"/>
              </a:solidFill>
              <a:effectLst/>
              <a:uFillTx/>
              <a:latin typeface="Arial"/>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Difficult to audit independently.</a:t>
            </a:r>
            <a:endParaRPr lang="en-US" sz="1800" b="0" u="none" strike="noStrike">
              <a:solidFill>
                <a:srgbClr val="000000"/>
              </a:solidFill>
              <a:effectLst/>
              <a:uFillTx/>
              <a:latin typeface="Arial"/>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High operational and verification costs.</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4" name="PlaceHolder 1"/>
          <p:cNvSpPr>
            <a:spLocks noGrp="1"/>
          </p:cNvSpPr>
          <p:nvPr>
            <p:ph type="title"/>
          </p:nvPr>
        </p:nvSpPr>
        <p:spPr>
          <a:xfrm>
            <a:off x="43560" y="156240"/>
            <a:ext cx="8595000" cy="78840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1" u="none" strike="noStrike">
                <a:solidFill>
                  <a:schemeClr val="dk1"/>
                </a:solidFill>
                <a:effectLst/>
                <a:uFillTx/>
                <a:latin typeface="Trebuchet MS"/>
              </a:rPr>
              <a:t> PROPOSED SYSTEM :</a:t>
            </a:r>
            <a:endParaRPr lang="en-US" sz="3600" b="0" u="none" strike="noStrike">
              <a:solidFill>
                <a:srgbClr val="000000"/>
              </a:solidFill>
              <a:effectLst/>
              <a:uFillTx/>
              <a:latin typeface="Arial"/>
            </a:endParaRPr>
          </a:p>
        </p:txBody>
      </p:sp>
      <p:sp>
        <p:nvSpPr>
          <p:cNvPr id="375" name="PlaceHolder 2"/>
          <p:cNvSpPr>
            <a:spLocks noGrp="1"/>
          </p:cNvSpPr>
          <p:nvPr>
            <p:ph/>
          </p:nvPr>
        </p:nvSpPr>
        <p:spPr>
          <a:xfrm>
            <a:off x="548640" y="946080"/>
            <a:ext cx="8595000" cy="2711160"/>
          </a:xfrm>
          <a:prstGeom prst="rect">
            <a:avLst/>
          </a:prstGeom>
          <a:noFill/>
          <a:ln w="0">
            <a:noFill/>
          </a:ln>
        </p:spPr>
        <p:txBody>
          <a:bodyPr lIns="91440" tIns="45720" rIns="91440" bIns="45720" anchor="t">
            <a:no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Blockchain-based decentralized voting system.</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Smart contracts manage voter registration and voting logic.</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Votes stored on blockchain ensuring immutability.</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Transparent result computation.</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Automated enforcement of election rules.</a:t>
            </a:r>
            <a:endParaRPr lang="en-US" sz="1800" b="0" u="none" strike="noStrike">
              <a:solidFill>
                <a:srgbClr val="000000"/>
              </a:solidFill>
              <a:effectLst/>
              <a:uFillTx/>
              <a:latin typeface="Arial"/>
            </a:endParaRPr>
          </a:p>
        </p:txBody>
      </p:sp>
      <p:sp>
        <p:nvSpPr>
          <p:cNvPr id="376" name="Rectangle 4"/>
          <p:cNvSpPr/>
          <p:nvPr/>
        </p:nvSpPr>
        <p:spPr>
          <a:xfrm>
            <a:off x="184680" y="3560400"/>
            <a:ext cx="3120840" cy="6390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chemeClr val="dk1"/>
                </a:solidFill>
                <a:effectLst/>
                <a:uFillTx/>
                <a:latin typeface="Trebuchet MS"/>
              </a:rPr>
              <a:t>Advantage </a:t>
            </a:r>
            <a:endParaRPr lang="en-US" sz="3600" b="0" u="none" strike="noStrike">
              <a:solidFill>
                <a:srgbClr val="000000"/>
              </a:solidFill>
              <a:effectLst/>
              <a:uFillTx/>
              <a:latin typeface="Arial"/>
            </a:endParaRPr>
          </a:p>
        </p:txBody>
      </p:sp>
      <p:sp>
        <p:nvSpPr>
          <p:cNvPr id="377" name="Content Placeholder 4"/>
          <p:cNvSpPr/>
          <p:nvPr/>
        </p:nvSpPr>
        <p:spPr>
          <a:xfrm>
            <a:off x="548640" y="4207320"/>
            <a:ext cx="8595000" cy="2650320"/>
          </a:xfrm>
          <a:prstGeom prst="rect">
            <a:avLst/>
          </a:prstGeom>
          <a:noFill/>
          <a:ln w="0">
            <a:noFill/>
          </a:ln>
        </p:spPr>
        <p:style>
          <a:lnRef idx="0"/>
          <a:fillRef idx="0"/>
          <a:effectRef idx="0"/>
          <a:fontRef idx="minor"/>
        </p:style>
        <p:txBody>
          <a:bodyPr lIns="90000" tIns="45000" rIns="90000" bIns="4500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No single point of failure.</a:t>
            </a:r>
            <a:endParaRPr lang="en-US" sz="1800" b="0" u="none" strike="noStrike">
              <a:solidFill>
                <a:srgbClr val="000000"/>
              </a:solidFill>
              <a:effectLst/>
              <a:uFillTx/>
              <a:latin typeface="Arial"/>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Tamper-proof and immutable vote records.</a:t>
            </a:r>
            <a:endParaRPr lang="en-US" sz="1800" b="0" u="none" strike="noStrike">
              <a:solidFill>
                <a:srgbClr val="000000"/>
              </a:solidFill>
              <a:effectLst/>
              <a:uFillTx/>
              <a:latin typeface="Arial"/>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Improved transparency and trust.</a:t>
            </a:r>
            <a:endParaRPr lang="en-US" sz="1800" b="0" u="none" strike="noStrike">
              <a:solidFill>
                <a:srgbClr val="000000"/>
              </a:solidFill>
              <a:effectLst/>
              <a:uFillTx/>
              <a:latin typeface="Arial"/>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Reduced manual verification.</a:t>
            </a:r>
            <a:endParaRPr lang="en-US" sz="1800" b="0" u="none" strike="noStrike">
              <a:solidFill>
                <a:srgbClr val="000000"/>
              </a:solidFill>
              <a:effectLst/>
              <a:uFillTx/>
              <a:latin typeface="Arial"/>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High security through cryptographic techniques.</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0" y="20520"/>
            <a:ext cx="9599760" cy="43596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0" u="none" strike="noStrike">
                <a:solidFill>
                  <a:schemeClr val="dk1"/>
                </a:solidFill>
                <a:effectLst/>
                <a:uFillTx/>
                <a:latin typeface="Trebuchet MS"/>
              </a:rPr>
              <a:t>SYSTEM ARCHITECTURE /FLOW DIAGRAM : </a:t>
            </a:r>
            <a:endParaRPr lang="en-US" sz="3600" b="0" u="none" strike="noStrike">
              <a:solidFill>
                <a:srgbClr val="000000"/>
              </a:solidFill>
              <a:effectLst/>
              <a:uFillTx/>
              <a:latin typeface="Arial"/>
            </a:endParaRPr>
          </a:p>
        </p:txBody>
      </p:sp>
      <p:sp>
        <p:nvSpPr>
          <p:cNvPr id="379" name=""/>
          <p:cNvSpPr/>
          <p:nvPr/>
        </p:nvSpPr>
        <p:spPr>
          <a:xfrm>
            <a:off x="2971800" y="685800"/>
            <a:ext cx="3885120" cy="685080"/>
          </a:xfrm>
          <a:prstGeom prst="roundRect">
            <a:avLst>
              <a:gd name="adj" fmla="val 16667"/>
            </a:avLst>
          </a:prstGeom>
          <a:solidFill>
            <a:srgbClr val="808080"/>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000000"/>
                </a:solidFill>
                <a:effectLst/>
                <a:uFillTx/>
                <a:latin typeface="Noto Serif"/>
              </a:rPr>
              <a:t>User Interface / Web Page</a:t>
            </a:r>
            <a:endParaRPr lang="en-US" sz="1800" b="0" u="none" strike="noStrike">
              <a:solidFill>
                <a:srgbClr val="FFFFFF"/>
              </a:solidFill>
              <a:effectLst/>
              <a:uFillTx/>
              <a:latin typeface="Arial"/>
            </a:endParaRPr>
          </a:p>
        </p:txBody>
      </p:sp>
      <p:sp>
        <p:nvSpPr>
          <p:cNvPr id="380" name=""/>
          <p:cNvSpPr/>
          <p:nvPr/>
        </p:nvSpPr>
        <p:spPr>
          <a:xfrm>
            <a:off x="2920680" y="4343400"/>
            <a:ext cx="3885120" cy="685080"/>
          </a:xfrm>
          <a:prstGeom prst="roundRect">
            <a:avLst>
              <a:gd name="adj" fmla="val 16667"/>
            </a:avLst>
          </a:prstGeom>
          <a:solidFill>
            <a:srgbClr val="FF5429"/>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000000"/>
                </a:solidFill>
                <a:effectLst/>
                <a:uFillTx/>
                <a:latin typeface="Noto Serif"/>
              </a:rPr>
              <a:t>Smart Contract ( Solidity )</a:t>
            </a:r>
            <a:endParaRPr lang="en-US" sz="1800" b="0" u="none" strike="noStrike">
              <a:solidFill>
                <a:srgbClr val="FFFFFF"/>
              </a:solidFill>
              <a:effectLst/>
              <a:uFillTx/>
              <a:latin typeface="Arial"/>
            </a:endParaRPr>
          </a:p>
        </p:txBody>
      </p:sp>
      <p:sp>
        <p:nvSpPr>
          <p:cNvPr id="381" name=""/>
          <p:cNvSpPr/>
          <p:nvPr/>
        </p:nvSpPr>
        <p:spPr>
          <a:xfrm>
            <a:off x="2971800" y="3429000"/>
            <a:ext cx="3885120" cy="685080"/>
          </a:xfrm>
          <a:prstGeom prst="roundRect">
            <a:avLst>
              <a:gd name="adj" fmla="val 16667"/>
            </a:avLst>
          </a:prstGeom>
          <a:solidFill>
            <a:srgbClr val="729FCF"/>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000000"/>
                </a:solidFill>
                <a:effectLst/>
                <a:uFillTx/>
                <a:latin typeface="Noto Serif"/>
              </a:rPr>
              <a:t>Local Blockchain Network</a:t>
            </a:r>
            <a:endParaRPr lang="en-US" sz="1800" b="0" u="none" strike="noStrike">
              <a:solidFill>
                <a:srgbClr val="000000"/>
              </a:solidFill>
              <a:effectLst/>
              <a:uFillTx/>
              <a:latin typeface="Arial"/>
            </a:endParaRPr>
          </a:p>
        </p:txBody>
      </p:sp>
      <p:sp>
        <p:nvSpPr>
          <p:cNvPr id="382" name=""/>
          <p:cNvSpPr/>
          <p:nvPr/>
        </p:nvSpPr>
        <p:spPr>
          <a:xfrm>
            <a:off x="2972160" y="2514600"/>
            <a:ext cx="3885120" cy="685080"/>
          </a:xfrm>
          <a:prstGeom prst="roundRect">
            <a:avLst>
              <a:gd name="adj" fmla="val 16667"/>
            </a:avLst>
          </a:prstGeom>
          <a:solidFill>
            <a:srgbClr val="FF860D"/>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000000"/>
                </a:solidFill>
                <a:effectLst/>
                <a:uFillTx/>
                <a:latin typeface="Noto Serif"/>
              </a:rPr>
              <a:t>Express API and validation</a:t>
            </a:r>
            <a:endParaRPr lang="en-US" sz="1800" b="0" u="none" strike="noStrike">
              <a:solidFill>
                <a:srgbClr val="000000"/>
              </a:solidFill>
              <a:effectLst/>
              <a:uFillTx/>
              <a:latin typeface="Arial"/>
            </a:endParaRPr>
          </a:p>
        </p:txBody>
      </p:sp>
      <p:sp>
        <p:nvSpPr>
          <p:cNvPr id="383" name=""/>
          <p:cNvSpPr/>
          <p:nvPr/>
        </p:nvSpPr>
        <p:spPr>
          <a:xfrm>
            <a:off x="2971800" y="1600200"/>
            <a:ext cx="3885120" cy="685080"/>
          </a:xfrm>
          <a:prstGeom prst="roundRect">
            <a:avLst>
              <a:gd name="adj" fmla="val 16667"/>
            </a:avLst>
          </a:prstGeom>
          <a:solidFill>
            <a:srgbClr val="D4EA6B"/>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000000"/>
                </a:solidFill>
                <a:effectLst/>
                <a:uFillTx/>
                <a:latin typeface="Noto Serif"/>
              </a:rPr>
              <a:t>Backend ( node.js )</a:t>
            </a:r>
            <a:endParaRPr lang="en-US" sz="1800" b="0" u="none" strike="noStrike">
              <a:solidFill>
                <a:srgbClr val="000000"/>
              </a:solidFill>
              <a:effectLst/>
              <a:uFillTx/>
              <a:latin typeface="Arial"/>
            </a:endParaRPr>
          </a:p>
        </p:txBody>
      </p:sp>
      <p:sp>
        <p:nvSpPr>
          <p:cNvPr id="384" name=""/>
          <p:cNvSpPr/>
          <p:nvPr/>
        </p:nvSpPr>
        <p:spPr>
          <a:xfrm>
            <a:off x="2971800" y="6172200"/>
            <a:ext cx="3885480" cy="685080"/>
          </a:xfrm>
          <a:prstGeom prst="roundRect">
            <a:avLst>
              <a:gd name="adj" fmla="val 16667"/>
            </a:avLst>
          </a:prstGeom>
          <a:solidFill>
            <a:srgbClr val="F10D0C"/>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000000"/>
                </a:solidFill>
                <a:effectLst/>
                <a:uFillTx/>
                <a:latin typeface="Noto Serif"/>
              </a:rPr>
              <a:t>Vote Denied</a:t>
            </a:r>
            <a:endParaRPr lang="en-US" sz="1800" b="0" u="none" strike="noStrike">
              <a:solidFill>
                <a:srgbClr val="FFFFFF"/>
              </a:solidFill>
              <a:effectLst/>
              <a:uFillTx/>
              <a:latin typeface="Arial"/>
            </a:endParaRPr>
          </a:p>
        </p:txBody>
      </p:sp>
      <p:sp>
        <p:nvSpPr>
          <p:cNvPr id="385" name=""/>
          <p:cNvSpPr/>
          <p:nvPr/>
        </p:nvSpPr>
        <p:spPr>
          <a:xfrm>
            <a:off x="6400800" y="5562720"/>
            <a:ext cx="685800" cy="360"/>
          </a:xfrm>
          <a:prstGeom prst="line">
            <a:avLst/>
          </a:prstGeom>
          <a:ln w="0">
            <a:solidFill>
              <a:srgbClr val="3465A4"/>
            </a:solidFill>
            <a:tailEnd len="med" type="triangle" w="med"/>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Noto Serif"/>
            </a:endParaRPr>
          </a:p>
        </p:txBody>
      </p:sp>
      <p:sp>
        <p:nvSpPr>
          <p:cNvPr id="386" name=""/>
          <p:cNvSpPr/>
          <p:nvPr/>
        </p:nvSpPr>
        <p:spPr>
          <a:xfrm>
            <a:off x="4800600" y="5943600"/>
            <a:ext cx="360" cy="228600"/>
          </a:xfrm>
          <a:prstGeom prst="line">
            <a:avLst/>
          </a:prstGeom>
          <a:ln w="0">
            <a:solidFill>
              <a:srgbClr val="3465A4"/>
            </a:solidFill>
            <a:tailEnd len="med" type="triangle" w="med"/>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Noto Serif"/>
            </a:endParaRPr>
          </a:p>
        </p:txBody>
      </p:sp>
      <p:sp>
        <p:nvSpPr>
          <p:cNvPr id="387" name=""/>
          <p:cNvSpPr/>
          <p:nvPr/>
        </p:nvSpPr>
        <p:spPr>
          <a:xfrm>
            <a:off x="4800600" y="5029200"/>
            <a:ext cx="360" cy="228600"/>
          </a:xfrm>
          <a:prstGeom prst="line">
            <a:avLst/>
          </a:prstGeom>
          <a:ln w="0">
            <a:solidFill>
              <a:srgbClr val="3465A4"/>
            </a:solidFill>
            <a:tailEnd len="med" type="triangle" w="med"/>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Noto Serif"/>
            </a:endParaRPr>
          </a:p>
        </p:txBody>
      </p:sp>
      <p:sp>
        <p:nvSpPr>
          <p:cNvPr id="388" name=""/>
          <p:cNvSpPr/>
          <p:nvPr/>
        </p:nvSpPr>
        <p:spPr>
          <a:xfrm>
            <a:off x="4800600" y="3200400"/>
            <a:ext cx="360" cy="228600"/>
          </a:xfrm>
          <a:prstGeom prst="line">
            <a:avLst/>
          </a:prstGeom>
          <a:ln w="0">
            <a:solidFill>
              <a:srgbClr val="3465A4"/>
            </a:solidFill>
            <a:tailEnd len="med" type="triangle" w="med"/>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Noto Serif"/>
            </a:endParaRPr>
          </a:p>
        </p:txBody>
      </p:sp>
      <p:sp>
        <p:nvSpPr>
          <p:cNvPr id="389" name=""/>
          <p:cNvSpPr/>
          <p:nvPr/>
        </p:nvSpPr>
        <p:spPr>
          <a:xfrm>
            <a:off x="4800600" y="4114800"/>
            <a:ext cx="360" cy="228600"/>
          </a:xfrm>
          <a:prstGeom prst="line">
            <a:avLst/>
          </a:prstGeom>
          <a:ln w="0">
            <a:solidFill>
              <a:srgbClr val="3465A4"/>
            </a:solidFill>
            <a:tailEnd len="med" type="triangle" w="med"/>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Noto Serif"/>
            </a:endParaRPr>
          </a:p>
        </p:txBody>
      </p:sp>
      <p:sp>
        <p:nvSpPr>
          <p:cNvPr id="390" name=""/>
          <p:cNvSpPr/>
          <p:nvPr/>
        </p:nvSpPr>
        <p:spPr>
          <a:xfrm>
            <a:off x="4833360" y="2262600"/>
            <a:ext cx="360" cy="228600"/>
          </a:xfrm>
          <a:prstGeom prst="line">
            <a:avLst/>
          </a:prstGeom>
          <a:ln w="0">
            <a:solidFill>
              <a:srgbClr val="3465A4"/>
            </a:solidFill>
            <a:tailEnd len="med" type="triangle" w="med"/>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Noto Serif"/>
            </a:endParaRPr>
          </a:p>
        </p:txBody>
      </p:sp>
      <p:sp>
        <p:nvSpPr>
          <p:cNvPr id="391" name=""/>
          <p:cNvSpPr/>
          <p:nvPr/>
        </p:nvSpPr>
        <p:spPr>
          <a:xfrm>
            <a:off x="4800600" y="1371600"/>
            <a:ext cx="360" cy="228600"/>
          </a:xfrm>
          <a:prstGeom prst="line">
            <a:avLst/>
          </a:prstGeom>
          <a:ln w="0">
            <a:solidFill>
              <a:srgbClr val="3465A4"/>
            </a:solidFill>
            <a:tailEnd len="med" type="triangle" w="med"/>
          </a:ln>
        </p:spPr>
        <p:style>
          <a:lnRef idx="0"/>
          <a:fillRef idx="0"/>
          <a:effectRef idx="0"/>
          <a:fontRef idx="minor"/>
        </p:style>
        <p:txBody>
          <a:bodyPr lIns="90000" tIns="45000" rIns="90000" bIns="45000" anchor="ctr">
            <a:noAutofit/>
          </a:bodyPr>
          <a:p>
            <a:endParaRPr lang="en-US" sz="1800" b="0" u="none" strike="noStrike">
              <a:solidFill>
                <a:srgbClr val="000000"/>
              </a:solidFill>
              <a:effectLst/>
              <a:uFillTx/>
              <a:latin typeface="Noto Serif"/>
            </a:endParaRPr>
          </a:p>
        </p:txBody>
      </p:sp>
      <p:sp>
        <p:nvSpPr>
          <p:cNvPr id="392" name=""/>
          <p:cNvSpPr/>
          <p:nvPr/>
        </p:nvSpPr>
        <p:spPr>
          <a:xfrm>
            <a:off x="7086600" y="5257800"/>
            <a:ext cx="2056680" cy="685080"/>
          </a:xfrm>
          <a:prstGeom prst="roundRect">
            <a:avLst>
              <a:gd name="adj" fmla="val 16667"/>
            </a:avLst>
          </a:prstGeom>
          <a:solidFill>
            <a:srgbClr val="5EB91E"/>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000000"/>
                </a:solidFill>
                <a:effectLst/>
                <a:uFillTx/>
                <a:latin typeface="Noto Serif"/>
              </a:rPr>
              <a:t>Store Vote</a:t>
            </a:r>
            <a:endParaRPr lang="en-US" sz="1800" b="0" u="none" strike="noStrike">
              <a:solidFill>
                <a:srgbClr val="000000"/>
              </a:solidFill>
              <a:effectLst/>
              <a:uFillTx/>
              <a:latin typeface="Arial"/>
            </a:endParaRPr>
          </a:p>
        </p:txBody>
      </p:sp>
      <p:sp>
        <p:nvSpPr>
          <p:cNvPr id="393" name=""/>
          <p:cNvSpPr/>
          <p:nvPr/>
        </p:nvSpPr>
        <p:spPr>
          <a:xfrm>
            <a:off x="2971800" y="5257800"/>
            <a:ext cx="3656880" cy="685080"/>
          </a:xfrm>
          <a:prstGeom prst="diamond">
            <a:avLst/>
          </a:prstGeom>
          <a:solidFill>
            <a:srgbClr val="808080"/>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800" b="0" u="none" strike="noStrike">
                <a:solidFill>
                  <a:srgbClr val="000000"/>
                </a:solidFill>
                <a:effectLst/>
                <a:uFillTx/>
                <a:latin typeface="Noto Serif"/>
              </a:rPr>
              <a:t>Is user voted ? </a:t>
            </a:r>
            <a:endParaRPr lang="en-US" sz="1800" b="0" u="none" strike="noStrike">
              <a:solidFill>
                <a:srgbClr val="FFFFFF"/>
              </a:solidFill>
              <a:effectLst/>
              <a:uFillTx/>
              <a:latin typeface="Arial"/>
            </a:endParaRPr>
          </a:p>
        </p:txBody>
      </p:sp>
      <p:sp>
        <p:nvSpPr>
          <p:cNvPr id="394" name=""/>
          <p:cNvSpPr/>
          <p:nvPr/>
        </p:nvSpPr>
        <p:spPr>
          <a:xfrm>
            <a:off x="5070960" y="5874480"/>
            <a:ext cx="414720" cy="2732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1200" b="0" u="none" strike="noStrike">
                <a:solidFill>
                  <a:srgbClr val="000000"/>
                </a:solidFill>
                <a:effectLst/>
                <a:uFillTx/>
                <a:latin typeface="Noto Serif"/>
              </a:rPr>
              <a:t>Yes</a:t>
            </a:r>
            <a:endParaRPr lang="en-US" sz="1200" b="0" u="none" strike="noStrike">
              <a:solidFill>
                <a:srgbClr val="000000"/>
              </a:solidFill>
              <a:effectLst/>
              <a:uFillTx/>
              <a:latin typeface="Arial"/>
            </a:endParaRPr>
          </a:p>
        </p:txBody>
      </p:sp>
      <p:sp>
        <p:nvSpPr>
          <p:cNvPr id="395" name=""/>
          <p:cNvSpPr/>
          <p:nvPr/>
        </p:nvSpPr>
        <p:spPr>
          <a:xfrm>
            <a:off x="6629400" y="5257800"/>
            <a:ext cx="384120" cy="2732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1200" b="0" u="none" strike="noStrike">
                <a:solidFill>
                  <a:srgbClr val="000000"/>
                </a:solidFill>
                <a:effectLst/>
                <a:uFillTx/>
                <a:latin typeface="Noto Serif"/>
              </a:rPr>
              <a:t>No</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PlaceHolder 1"/>
          <p:cNvSpPr>
            <a:spLocks noGrp="1"/>
          </p:cNvSpPr>
          <p:nvPr>
            <p:ph type="title"/>
          </p:nvPr>
        </p:nvSpPr>
        <p:spPr>
          <a:xfrm>
            <a:off x="43560" y="156240"/>
            <a:ext cx="8595000" cy="131904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1" u="none" strike="noStrike">
                <a:solidFill>
                  <a:schemeClr val="dk1"/>
                </a:solidFill>
                <a:effectLst/>
                <a:uFillTx/>
                <a:latin typeface="Trebuchet MS"/>
              </a:rPr>
              <a:t> </a:t>
            </a:r>
            <a:endParaRPr lang="en-US" sz="3600" b="0" u="none" strike="noStrike">
              <a:solidFill>
                <a:srgbClr val="000000"/>
              </a:solidFill>
              <a:effectLst/>
              <a:uFillTx/>
              <a:latin typeface="Arial"/>
            </a:endParaRPr>
          </a:p>
        </p:txBody>
      </p:sp>
      <p:sp>
        <p:nvSpPr>
          <p:cNvPr id="397" name="PlaceHolder 2"/>
          <p:cNvSpPr>
            <a:spLocks noGrp="1"/>
          </p:cNvSpPr>
          <p:nvPr>
            <p:ph/>
          </p:nvPr>
        </p:nvSpPr>
        <p:spPr>
          <a:xfrm>
            <a:off x="266400" y="205560"/>
            <a:ext cx="8595000" cy="619560"/>
          </a:xfrm>
          <a:prstGeom prst="rect">
            <a:avLst/>
          </a:prstGeom>
          <a:noFill/>
          <a:ln w="0">
            <a:noFill/>
          </a:ln>
        </p:spPr>
        <p:txBody>
          <a:bodyPr lIns="91440" tIns="45720" rIns="91440" bIns="45720" anchor="t">
            <a:normAutofit fontScale="25000" lnSpcReduction="19999"/>
          </a:bodyPr>
          <a:p>
            <a:pPr marL="343080" indent="-343080" algn="just" defTabSz="457200">
              <a:lnSpc>
                <a:spcPct val="150000"/>
              </a:lnSpc>
              <a:spcBef>
                <a:spcPts val="1001"/>
              </a:spcBef>
              <a:buNone/>
              <a:tabLst>
                <a:tab pos="0" algn="l"/>
              </a:tabLst>
            </a:pPr>
            <a:r>
              <a:rPr lang="en-IN" sz="14400" b="1" u="none" strike="noStrike">
                <a:solidFill>
                  <a:schemeClr val="dk1"/>
                </a:solidFill>
                <a:effectLst/>
                <a:uFillTx/>
                <a:latin typeface="Trebuchet MS"/>
              </a:rPr>
              <a:t>MODULES :</a:t>
            </a:r>
            <a:endParaRPr lang="en-US" sz="14400" b="0" u="none" strike="noStrike">
              <a:solidFill>
                <a:srgbClr val="000000"/>
              </a:solidFill>
              <a:effectLst/>
              <a:uFillTx/>
              <a:latin typeface="Arial"/>
            </a:endParaRPr>
          </a:p>
          <a:p>
            <a:pPr marL="343080" indent="0" algn="just" defTabSz="457200">
              <a:lnSpc>
                <a:spcPct val="150000"/>
              </a:lnSpc>
              <a:spcBef>
                <a:spcPts val="1001"/>
              </a:spcBef>
              <a:buNone/>
              <a:tabLst>
                <a:tab pos="0" algn="l"/>
              </a:tabLst>
            </a:pPr>
            <a:endParaRPr lang="en-US" sz="1800" b="0" u="none" strike="noStrike">
              <a:solidFill>
                <a:srgbClr val="000000"/>
              </a:solidFill>
              <a:effectLst/>
              <a:uFillTx/>
              <a:latin typeface="Arial"/>
            </a:endParaRPr>
          </a:p>
        </p:txBody>
      </p:sp>
      <p:sp>
        <p:nvSpPr>
          <p:cNvPr id="398" name="Rectangle 4"/>
          <p:cNvSpPr/>
          <p:nvPr/>
        </p:nvSpPr>
        <p:spPr>
          <a:xfrm>
            <a:off x="275760" y="3599280"/>
            <a:ext cx="3030120" cy="6390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3600" b="1" u="none" strike="noStrike">
                <a:solidFill>
                  <a:schemeClr val="dk1"/>
                </a:solidFill>
                <a:effectLst/>
                <a:uFillTx/>
                <a:latin typeface="Trebuchet MS"/>
              </a:rPr>
              <a:t> </a:t>
            </a:r>
            <a:endParaRPr lang="en-US" sz="3600" b="0" u="none" strike="noStrike">
              <a:solidFill>
                <a:srgbClr val="000000"/>
              </a:solidFill>
              <a:effectLst/>
              <a:uFillTx/>
              <a:latin typeface="Arial"/>
            </a:endParaRPr>
          </a:p>
        </p:txBody>
      </p:sp>
      <p:sp>
        <p:nvSpPr>
          <p:cNvPr id="399" name="Content Placeholder 5"/>
          <p:cNvSpPr/>
          <p:nvPr/>
        </p:nvSpPr>
        <p:spPr>
          <a:xfrm>
            <a:off x="677520" y="1371600"/>
            <a:ext cx="8595000" cy="3427560"/>
          </a:xfrm>
          <a:prstGeom prst="rect">
            <a:avLst/>
          </a:prstGeom>
          <a:noFill/>
          <a:ln w="0">
            <a:noFill/>
          </a:ln>
        </p:spPr>
        <p:style>
          <a:lnRef idx="0"/>
          <a:fillRef idx="0"/>
          <a:effectRef idx="0"/>
          <a:fontRef idx="minor"/>
        </p:style>
        <p:txBody>
          <a:bodyPr lIns="90000" tIns="45000" rIns="90000" bIns="4500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User Interface Module</a:t>
            </a:r>
            <a:endParaRPr lang="en-US" sz="1800" b="0" u="none" strike="noStrike">
              <a:solidFill>
                <a:srgbClr val="000000"/>
              </a:solidFill>
              <a:effectLst/>
              <a:uFillTx/>
              <a:latin typeface="Arial"/>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Voter Registration Module</a:t>
            </a:r>
            <a:endParaRPr lang="en-US" sz="1800" b="0" u="none" strike="noStrike">
              <a:solidFill>
                <a:srgbClr val="000000"/>
              </a:solidFill>
              <a:effectLst/>
              <a:uFillTx/>
              <a:latin typeface="Arial"/>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Voting Module</a:t>
            </a:r>
            <a:endParaRPr lang="en-US" sz="1800" b="0" u="none" strike="noStrike">
              <a:solidFill>
                <a:srgbClr val="000000"/>
              </a:solidFill>
              <a:effectLst/>
              <a:uFillTx/>
              <a:latin typeface="Arial"/>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Vote Verification Module</a:t>
            </a:r>
            <a:endParaRPr lang="en-US" sz="1800" b="0" u="none" strike="noStrike">
              <a:solidFill>
                <a:srgbClr val="000000"/>
              </a:solidFill>
              <a:effectLst/>
              <a:uFillTx/>
              <a:latin typeface="Arial"/>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Result Management Module</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0" name="PlaceHolder 1"/>
          <p:cNvSpPr>
            <a:spLocks noGrp="1"/>
          </p:cNvSpPr>
          <p:nvPr>
            <p:ph type="title"/>
          </p:nvPr>
        </p:nvSpPr>
        <p:spPr>
          <a:xfrm>
            <a:off x="282600" y="156240"/>
            <a:ext cx="8595000" cy="75816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IN" sz="3600" b="0" u="none" strike="noStrike">
                <a:solidFill>
                  <a:schemeClr val="dk1"/>
                </a:solidFill>
                <a:effectLst/>
                <a:uFillTx/>
                <a:latin typeface="Trebuchet MS"/>
                <a:ea typeface="Noto Sans"/>
              </a:rPr>
              <a:t>MODULE 1:  </a:t>
            </a:r>
            <a:r>
              <a:rPr lang="en-US" sz="2800" b="1" u="none" strike="noStrike">
                <a:solidFill>
                  <a:schemeClr val="dk1">
                    <a:lumMod val="75000"/>
                    <a:lumOff val="25000"/>
                  </a:schemeClr>
                </a:solidFill>
                <a:effectLst/>
                <a:uFillTx/>
                <a:latin typeface="Trebuchet MS"/>
              </a:rPr>
              <a:t>User Interface Module</a:t>
            </a:r>
            <a:r>
              <a:rPr lang="en-IN" sz="3600" b="0" u="none" strike="noStrike">
                <a:solidFill>
                  <a:schemeClr val="dk1"/>
                </a:solidFill>
                <a:effectLst/>
                <a:uFillTx/>
                <a:latin typeface="Trebuchet MS"/>
              </a:rPr>
              <a:t> </a:t>
            </a:r>
            <a:endParaRPr lang="en-US" sz="3600" b="0" u="none" strike="noStrike">
              <a:solidFill>
                <a:srgbClr val="000000"/>
              </a:solidFill>
              <a:effectLst/>
              <a:uFillTx/>
              <a:latin typeface="Arial"/>
            </a:endParaRPr>
          </a:p>
        </p:txBody>
      </p:sp>
      <p:sp>
        <p:nvSpPr>
          <p:cNvPr id="401" name="PlaceHolder 2"/>
          <p:cNvSpPr>
            <a:spLocks noGrp="1"/>
          </p:cNvSpPr>
          <p:nvPr>
            <p:ph/>
          </p:nvPr>
        </p:nvSpPr>
        <p:spPr>
          <a:xfrm>
            <a:off x="777600" y="1143000"/>
            <a:ext cx="8595000" cy="5029200"/>
          </a:xfrm>
          <a:prstGeom prst="rect">
            <a:avLst/>
          </a:prstGeom>
          <a:noFill/>
          <a:ln w="0">
            <a:noFill/>
          </a:ln>
        </p:spPr>
        <p:txBody>
          <a:bodyPr lIns="91440" tIns="45720" rIns="91440" bIns="45720" anchor="t">
            <a:normAutofit lnSpcReduction="9999"/>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Purpose: Provide a secure, intuitive front-end for all users (voters, admins, auditors).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Key Responsibilities:</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Present registration, voting, and result views clearly.</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Validate input before sending data to backend / blockchain.</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Handle authentication flows and user feedback (errors, confirmations).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Key Features:</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Responsive design for desktop and mobile.</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Multi-language support (if in scope).</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Accessibility-compliant layouts and controls.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Technology Stack :</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Web: Javascript, Nodejs</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Styling: CSS / TailwindCSS .</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Integration: Express, Ganache.</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2" name="PlaceHolder 1"/>
          <p:cNvSpPr>
            <a:spLocks noGrp="1"/>
          </p:cNvSpPr>
          <p:nvPr>
            <p:ph type="title"/>
          </p:nvPr>
        </p:nvSpPr>
        <p:spPr>
          <a:xfrm>
            <a:off x="282600" y="156240"/>
            <a:ext cx="8595000" cy="758160"/>
          </a:xfrm>
          <a:prstGeom prst="rect">
            <a:avLst/>
          </a:prstGeom>
          <a:noFill/>
          <a:ln w="0">
            <a:noFill/>
          </a:ln>
        </p:spPr>
        <p:txBody>
          <a:bodyPr lIns="91440" tIns="45720" rIns="91440" bIns="45720" anchor="t">
            <a:noAutofit/>
          </a:bodyPr>
          <a:p>
            <a:pPr marL="343080" indent="0" algn="l" defTabSz="457200">
              <a:lnSpc>
                <a:spcPct val="100000"/>
              </a:lnSpc>
              <a:spcBef>
                <a:spcPts val="1191"/>
              </a:spcBef>
              <a:spcAft>
                <a:spcPts val="992"/>
              </a:spcAft>
              <a:buNone/>
            </a:pPr>
            <a:r>
              <a:rPr lang="en-IN" sz="3600" b="0" u="none" strike="noStrike">
                <a:solidFill>
                  <a:schemeClr val="dk1"/>
                </a:solidFill>
                <a:effectLst/>
                <a:uFillTx/>
                <a:latin typeface="Trebuchet MS"/>
                <a:ea typeface="Noto Sans"/>
              </a:rPr>
              <a:t>MODULE 2: </a:t>
            </a:r>
            <a:r>
              <a:rPr lang="en-US" sz="2600" b="1" u="none" strike="noStrike">
                <a:solidFill>
                  <a:schemeClr val="dk1">
                    <a:lumMod val="75000"/>
                    <a:lumOff val="25000"/>
                  </a:schemeClr>
                </a:solidFill>
                <a:effectLst/>
                <a:uFillTx/>
                <a:latin typeface="Trebuchet MS"/>
                <a:ea typeface="Noto Sans"/>
              </a:rPr>
              <a:t>Voter Registration Module</a:t>
            </a:r>
            <a:endParaRPr lang="en-US" sz="2600" b="0" u="none" strike="noStrike">
              <a:solidFill>
                <a:srgbClr val="000000"/>
              </a:solidFill>
              <a:effectLst/>
              <a:uFillTx/>
              <a:latin typeface="Arial"/>
            </a:endParaRPr>
          </a:p>
        </p:txBody>
      </p:sp>
      <p:sp>
        <p:nvSpPr>
          <p:cNvPr id="403" name="PlaceHolder 2"/>
          <p:cNvSpPr>
            <a:spLocks noGrp="1"/>
          </p:cNvSpPr>
          <p:nvPr>
            <p:ph/>
          </p:nvPr>
        </p:nvSpPr>
        <p:spPr>
          <a:xfrm>
            <a:off x="777600" y="1475280"/>
            <a:ext cx="8595000" cy="5029200"/>
          </a:xfrm>
          <a:prstGeom prst="rect">
            <a:avLst/>
          </a:prstGeom>
          <a:noFill/>
          <a:ln w="0">
            <a:noFill/>
          </a:ln>
        </p:spPr>
        <p:txBody>
          <a:bodyPr lIns="91440" tIns="45720" rIns="91440" bIns="45720" anchor="t">
            <a:norm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Purpose: Onboard eligible voters and ensure only valid identities can cast votes.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Key Responsibilities:</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Capture voter identity and eligibility details securely.</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Interface with external ID/registry systems (if applicable).</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Issue unique voter credentials / keys linked to blockchain identity.</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Core Flows:</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New voter registration and verification.</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Updating voter details (within configured rules).</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De-duplication and fraud detection checks.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Security &amp; Compliance:</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KYC / legal requirements (jurisdiction-specific).</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Encryption of PII, strict access controls, and audit logs</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PlaceHolder 1"/>
          <p:cNvSpPr>
            <a:spLocks noGrp="1"/>
          </p:cNvSpPr>
          <p:nvPr>
            <p:ph type="title"/>
          </p:nvPr>
        </p:nvSpPr>
        <p:spPr>
          <a:xfrm>
            <a:off x="282600" y="156240"/>
            <a:ext cx="8595000" cy="75816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IN" sz="3600" b="0" u="none" strike="noStrike">
                <a:solidFill>
                  <a:schemeClr val="dk1"/>
                </a:solidFill>
                <a:effectLst/>
                <a:uFillTx/>
                <a:latin typeface="Trebuchet MS"/>
                <a:ea typeface="Noto Sans"/>
              </a:rPr>
              <a:t>MODULE 3: </a:t>
            </a:r>
            <a:r>
              <a:rPr lang="en-US" sz="2600" b="1" u="none" strike="noStrike">
                <a:solidFill>
                  <a:schemeClr val="dk1">
                    <a:lumMod val="75000"/>
                    <a:lumOff val="25000"/>
                  </a:schemeClr>
                </a:solidFill>
                <a:effectLst/>
                <a:uFillTx/>
                <a:latin typeface="Trebuchet MS"/>
              </a:rPr>
              <a:t>Voting Module</a:t>
            </a:r>
            <a:endParaRPr lang="en-US" sz="2600" b="0" u="none" strike="noStrike">
              <a:solidFill>
                <a:srgbClr val="000000"/>
              </a:solidFill>
              <a:effectLst/>
              <a:uFillTx/>
              <a:latin typeface="Arial"/>
            </a:endParaRPr>
          </a:p>
        </p:txBody>
      </p:sp>
      <p:sp>
        <p:nvSpPr>
          <p:cNvPr id="405" name="PlaceHolder 2"/>
          <p:cNvSpPr>
            <a:spLocks noGrp="1"/>
          </p:cNvSpPr>
          <p:nvPr>
            <p:ph/>
          </p:nvPr>
        </p:nvSpPr>
        <p:spPr>
          <a:xfrm>
            <a:off x="776160" y="1143000"/>
            <a:ext cx="8595000" cy="4800600"/>
          </a:xfrm>
          <a:prstGeom prst="rect">
            <a:avLst/>
          </a:prstGeom>
          <a:noFill/>
          <a:ln w="0">
            <a:noFill/>
          </a:ln>
        </p:spPr>
        <p:txBody>
          <a:bodyPr lIns="91440" tIns="45720" rIns="91440" bIns="45720" anchor="t">
            <a:normAutofit/>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Purpose: Enable voters to cast ballots securely and anonymously via the blockchain.</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Key Responsibilities:</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Present live ballots and options to authenticated, eligible voters.</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Validate voter eligibility and “one person, one vote” rules.</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Submit votes as blockchain transactions with end-to-end integrity.</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Core Flows:</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Ballot selection and confirmation (review screen).</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Vote encryption and signing with voter keys.</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Handling network / transaction failures and retries.</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Quality &amp; Security:</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Strong cryptography for ballot secrecy.</a:t>
            </a:r>
            <a:endParaRPr lang="en-US" sz="1800" b="0" u="none" strike="noStrike">
              <a:solidFill>
                <a:srgbClr val="000000"/>
              </a:solidFill>
              <a:effectLst/>
              <a:uFillTx/>
              <a:latin typeface="Arial"/>
            </a:endParaRPr>
          </a:p>
          <a:p>
            <a:pPr marL="864000" lvl="1" indent="-324000" algn="l" defTabSz="457200">
              <a:buClr>
                <a:srgbClr val="000000"/>
              </a:buClr>
              <a:buSzPct val="75000"/>
              <a:buFont typeface="Symbol" charset="2"/>
              <a:buChar char=""/>
            </a:pPr>
            <a:r>
              <a:rPr lang="en-US" sz="1800" b="0" u="none" strike="noStrike">
                <a:solidFill>
                  <a:schemeClr val="dk1">
                    <a:lumMod val="75000"/>
                    <a:lumOff val="25000"/>
                  </a:schemeClr>
                </a:solidFill>
                <a:effectLst/>
                <a:uFillTx/>
                <a:latin typeface="Trebuchet MS"/>
              </a:rPr>
              <a:t>Protection against double-voting, replay, and tampering.</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6" name="PlaceHolder 1"/>
          <p:cNvSpPr>
            <a:spLocks noGrp="1"/>
          </p:cNvSpPr>
          <p:nvPr>
            <p:ph type="title"/>
          </p:nvPr>
        </p:nvSpPr>
        <p:spPr>
          <a:xfrm>
            <a:off x="74520" y="156240"/>
            <a:ext cx="8595000" cy="1319040"/>
          </a:xfrm>
          <a:prstGeom prst="rect">
            <a:avLst/>
          </a:prstGeom>
          <a:noFill/>
          <a:ln w="0">
            <a:noFill/>
          </a:ln>
        </p:spPr>
        <p:txBody>
          <a:bodyPr lIns="91440" tIns="45720" rIns="91440" bIns="45720" anchor="t">
            <a:noAutofit/>
          </a:bodyPr>
          <a:p>
            <a:pPr indent="0" algn="l" defTabSz="457200">
              <a:lnSpc>
                <a:spcPct val="100000"/>
              </a:lnSpc>
              <a:buNone/>
              <a:tabLst>
                <a:tab pos="0" algn="l"/>
              </a:tabLst>
            </a:pPr>
            <a:r>
              <a:rPr lang="en-US" sz="3600" b="1" u="none" strike="noStrike">
                <a:solidFill>
                  <a:schemeClr val="dk1"/>
                </a:solidFill>
                <a:effectLst/>
                <a:uFillTx/>
                <a:latin typeface="Trebuchet MS"/>
              </a:rPr>
              <a:t>CONCLUSION</a:t>
            </a:r>
            <a:endParaRPr lang="en-US" sz="3600" b="0" u="none" strike="noStrike">
              <a:solidFill>
                <a:srgbClr val="000000"/>
              </a:solidFill>
              <a:effectLst/>
              <a:uFillTx/>
              <a:latin typeface="Arial"/>
            </a:endParaRPr>
          </a:p>
        </p:txBody>
      </p:sp>
      <p:sp>
        <p:nvSpPr>
          <p:cNvPr id="407" name="PlaceHolder 2"/>
          <p:cNvSpPr>
            <a:spLocks noGrp="1"/>
          </p:cNvSpPr>
          <p:nvPr>
            <p:ph/>
          </p:nvPr>
        </p:nvSpPr>
        <p:spPr>
          <a:xfrm>
            <a:off x="547560" y="914400"/>
            <a:ext cx="8595000" cy="4446720"/>
          </a:xfrm>
          <a:prstGeom prst="rect">
            <a:avLst/>
          </a:prstGeom>
          <a:noFill/>
          <a:ln w="0">
            <a:noFill/>
          </a:ln>
        </p:spPr>
        <p:txBody>
          <a:bodyPr lIns="91440" tIns="45720" rIns="91440" bIns="45720" anchor="t">
            <a:normAutofit lnSpcReduction="9999"/>
          </a:bodyPr>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The proposed blockchain-based voting system addresses major drawbacks of traditional electronic voting.</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Decentralization eliminates single points of failure and increases system reliability.</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Smart contracts enforce election rules automatically without human intervention.</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The system enhances transparency, security, and voter trust.</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The prototype demonstrates the practical feasibility of blockchain in electronic voting.</a:t>
            </a:r>
            <a:endParaRPr lang="en-US" sz="1800" b="0" u="none" strike="noStrike">
              <a:solidFill>
                <a:srgbClr val="000000"/>
              </a:solidFill>
              <a:effectLst/>
              <a:uFillTx/>
              <a:latin typeface="Arial"/>
            </a:endParaRPr>
          </a:p>
          <a:p>
            <a:pPr marL="343080" indent="-343080" algn="l"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This work lays the foundation for future large-scale and national-level implementations.</a:t>
            </a:r>
            <a:endParaRPr lang="en-US" sz="1800" b="0" u="none" strike="noStrike">
              <a:solidFill>
                <a:srgbClr val="000000"/>
              </a:solidFill>
              <a:effectLst/>
              <a:uFillTx/>
              <a:latin typeface="Arial"/>
            </a:endParaRPr>
          </a:p>
        </p:txBody>
      </p:sp>
      <p:sp>
        <p:nvSpPr>
          <p:cNvPr id="408" name="Cloud Callout 3"/>
          <p:cNvSpPr/>
          <p:nvPr/>
        </p:nvSpPr>
        <p:spPr>
          <a:xfrm>
            <a:off x="2986560" y="5048640"/>
            <a:ext cx="4657680" cy="1272600"/>
          </a:xfrm>
          <a:prstGeom prst="cloudCallout">
            <a:avLst>
              <a:gd name="adj1" fmla="val -20833"/>
              <a:gd name="adj2" fmla="val 62500"/>
            </a:avLst>
          </a:prstGeom>
          <a:solidFill>
            <a:schemeClr val="bg1"/>
          </a:solidFill>
          <a:ln cap="rnd">
            <a:solidFill>
              <a:srgbClr val="6A8F1C"/>
            </a:solidFill>
            <a:round/>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p>
            <a:pPr algn="ctr" defTabSz="457200">
              <a:lnSpc>
                <a:spcPct val="100000"/>
              </a:lnSpc>
            </a:pPr>
            <a:r>
              <a:rPr lang="en-US" sz="1800" b="1" u="none" strike="noStrike">
                <a:solidFill>
                  <a:schemeClr val="dk1">
                    <a:lumMod val="95000"/>
                    <a:lumOff val="5000"/>
                  </a:schemeClr>
                </a:solidFill>
                <a:effectLst/>
                <a:uFillTx/>
                <a:latin typeface="Trebuchet MS"/>
              </a:rPr>
              <a:t>THANK YOU !</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2.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3.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4.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5.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6.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7.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21.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Facet</Template>
  <TotalTime>1115</TotalTime>
  <Application>LibreOffice/26.2.0.3$Linux_X86_64 LibreOffice_project/620$Build-3</Application>
  <AppVersion>15.0000</AppVersion>
  <Words>43</Words>
  <Paragraphs>20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2024-12-13T12:01:40Z</dcterms:created>
  <dc:creator>vishalrameshv13@gmail.com</dc:creator>
  <dc:description/>
  <dc:language>en-US</dc:language>
  <cp:lastModifiedBy/>
  <cp:lastPrinted>2026-02-24T09:04:21Z</cp:lastPrinted>
  <dcterms:modified xsi:type="dcterms:W3CDTF">2026-02-24T09:04:28Z</dcterms:modified>
  <cp:revision>22</cp:revision>
  <dc:subject/>
  <dc:title>INVEST MATCH AI CLOUD BASED   STARTUP AND INVESTOR   MATCHING PLATFORM</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vt:i4>
  </property>
  <property fmtid="{D5CDD505-2E9C-101B-9397-08002B2CF9AE}" pid="3" name="PresentationFormat">
    <vt:lpwstr>Custom</vt:lpwstr>
  </property>
  <property fmtid="{D5CDD505-2E9C-101B-9397-08002B2CF9AE}" pid="4" name="Slides">
    <vt:i4>11</vt:i4>
  </property>
</Properties>
</file>